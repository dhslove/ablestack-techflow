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0dd8fd566245ca" /><Relationship Type="http://schemas.openxmlformats.org/officeDocument/2006/relationships/extended-properties" Target="/docProps/app.xml" Id="Rc5b117206c2b4d25" /><Relationship Type="http://schemas.openxmlformats.org/officeDocument/2006/relationships/officeDocument" Target="/ppt/presentation.xml" Id="R83b95753ff1b4f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48a660d79477f"/>
  </p:sldMasterIdLst>
  <p:notesMasterIdLst>
    <p:notesMasterId xmlns:r="http://schemas.openxmlformats.org/officeDocument/2006/relationships" r:id="Rae4a62678e004b7b"/>
  </p:notesMasterIdLst>
  <p:sldIdLst>
    <p:sldId xmlns:r="http://schemas.openxmlformats.org/officeDocument/2006/relationships" id="256" r:id="Re9d63d72851c4f0d"/>
    <p:sldId xmlns:r="http://schemas.openxmlformats.org/officeDocument/2006/relationships" id="257" r:id="R62e6d61b462546da"/>
    <p:sldId xmlns:r="http://schemas.openxmlformats.org/officeDocument/2006/relationships" id="258" r:id="R740a0d8163a84ed9"/>
    <p:sldId xmlns:r="http://schemas.openxmlformats.org/officeDocument/2006/relationships" id="259" r:id="Recf471debdb240ea"/>
    <p:sldId xmlns:r="http://schemas.openxmlformats.org/officeDocument/2006/relationships" id="260" r:id="R2fcc2d94749345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d6f94204884aac" /><Relationship Type="http://schemas.openxmlformats.org/officeDocument/2006/relationships/slideMaster" Target="/ppt/slideMasters/slideMaster1.xml" Id="Rbbf48a660d79477f" /><Relationship Type="http://schemas.openxmlformats.org/officeDocument/2006/relationships/notesMaster" Target="/ppt/notesMasters/notesMaster1.xml" Id="Rae4a62678e004b7b" /><Relationship Type="http://schemas.openxmlformats.org/officeDocument/2006/relationships/presProps" Target="/ppt/presProps.xml" Id="R796fe07878194200" /><Relationship Type="http://schemas.openxmlformats.org/officeDocument/2006/relationships/tableStyles" Target="/ppt/tableStyles.xml" Id="R6380933e82864676" /><Relationship Type="http://schemas.openxmlformats.org/officeDocument/2006/relationships/slide" Target="/ppt/slides/slide1.xml" Id="Re9d63d72851c4f0d" /><Relationship Type="http://schemas.openxmlformats.org/officeDocument/2006/relationships/slide" Target="/ppt/slides/slide2.xml" Id="R62e6d61b462546da" /><Relationship Type="http://schemas.openxmlformats.org/officeDocument/2006/relationships/slide" Target="/ppt/slides/slide3.xml" Id="R740a0d8163a84ed9" /><Relationship Type="http://schemas.openxmlformats.org/officeDocument/2006/relationships/slide" Target="/ppt/slides/slide4.xml" Id="Recf471debdb240ea" /><Relationship Type="http://schemas.openxmlformats.org/officeDocument/2006/relationships/slide" Target="/ppt/slides/slide5.xml" Id="R2fcc2d94749345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ff2efe9c7f47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be714191f14cb7" /><Relationship Type="http://schemas.openxmlformats.org/officeDocument/2006/relationships/notesMaster" Target="/ppt/notesMasters/notesMaster1.xml" Id="Re469e8ca98bd4c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f7da9641de45b2" /><Relationship Type="http://schemas.openxmlformats.org/officeDocument/2006/relationships/notesMaster" Target="/ppt/notesMasters/notesMaster1.xml" Id="Rc19ffbd90ef746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be74a0ec4b4842" /><Relationship Type="http://schemas.openxmlformats.org/officeDocument/2006/relationships/notesMaster" Target="/ppt/notesMasters/notesMaster1.xml" Id="R64886c12a09042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50ef1b39dd4497" /><Relationship Type="http://schemas.openxmlformats.org/officeDocument/2006/relationships/notesMaster" Target="/ppt/notesMasters/notesMaster1.xml" Id="Re2335dc9556549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98bf6a7c0a4fc0" /><Relationship Type="http://schemas.openxmlformats.org/officeDocument/2006/relationships/notesMaster" Target="/ppt/notesMasters/notesMaster1.xml" Id="R45ec0d96fd9c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docs/reports/discussion-164-community-followup-recovery.md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services/ai-gateway/app/log_artifacts.py</a:t>
            </a:r>
          </a:p>
          <a:p xmlns:a="http://schemas.openxmlformats.org/drawingml/2006/main">
            <a:r>
              <a:t>- services/ai-gateway/scripts/poll_flarum.py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services/ai-gateway/app/log_artifacts.py</a:t>
            </a:r>
          </a:p>
          <a:p xmlns:a="http://schemas.openxmlformats.org/drawingml/2006/main">
            <a:r>
              <a:t>- services/ai-gateway/scripts/poll_flarum.py</a:t>
            </a:r>
          </a:p>
          <a:p xmlns:a="http://schemas.openxmlformats.org/drawingml/2006/main">
            <a:r>
              <a:t>- deploy/compose/activepieces/flows/community-assist-v1.json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docs/reports/discussion-164-community-followup-recovery.md#4</a:t>
            </a:r>
          </a:p>
          <a:p xmlns:a="http://schemas.openxmlformats.org/drawingml/2006/main">
            <a:r>
              <a:t>- https://community.ablecloud.io/d/164-gasangmeosin-sijag-mic-maigeureisyeon-oryu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docs/runbooks/community-conversation.md#7</a:t>
            </a:r>
          </a:p>
          <a:p xmlns:a="http://schemas.openxmlformats.org/drawingml/2006/main">
            <a:r>
              <a:t>- docs/reports/discussion-164-community-followup-recovery.md#7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96a15c98c4d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ec69c651354d8a" /><Relationship Type="http://schemas.openxmlformats.org/officeDocument/2006/relationships/slideLayout" Target="/ppt/slideLayouts/slideLayout1.xml" Id="Rd48f2ec9ed5749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f2ec9ed5749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00eaa56fb4ee1" /><Relationship Type="http://schemas.openxmlformats.org/officeDocument/2006/relationships/notesSlide" Target="/ppt/notesSlides/notesSlide1.xml" Id="R5901a6d4e50c40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28499977f42ce" /><Relationship Type="http://schemas.openxmlformats.org/officeDocument/2006/relationships/notesSlide" Target="/ppt/notesSlides/notesSlide2.xml" Id="R62b9ff2925a7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d3bf4c9ac4a62" /><Relationship Type="http://schemas.openxmlformats.org/officeDocument/2006/relationships/notesSlide" Target="/ppt/notesSlides/notesSlide3.xml" Id="R95e3b4aa8e1346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ac5dfa4684fa4" /><Relationship Type="http://schemas.openxmlformats.org/officeDocument/2006/relationships/notesSlide" Target="/ppt/notesSlides/notesSlide4.xml" Id="Rb4bbef37a54c44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7809d9c504b67" /><Relationship Type="http://schemas.openxmlformats.org/officeDocument/2006/relationships/notesSlide" Target="/ppt/notesSlides/notesSlide5.xml" Id="R7b815993150b49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ckground">
            <a:extLst xmlns:a="http://schemas.openxmlformats.org/drawingml/2006/main">
              <a:ext uri="{FF2B5EF4-FFF2-40B4-BE49-F238E27FC236}">
                <a16:creationId xmlns:a16="http://schemas.microsoft.com/office/drawing/2014/main" id="{BFACF36D-2F6B-42B3-9BD8-F253B5E0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cover">
            <a:extLst xmlns:a="http://schemas.openxmlformats.org/drawingml/2006/main">
              <a:ext uri="{FF2B5EF4-FFF2-40B4-BE49-F238E27FC236}">
                <a16:creationId xmlns:a16="http://schemas.microsoft.com/office/drawing/2014/main" id="{BC9FBC7E-9458-463D-BF24-E1408FF0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DB33FB7-91EC-4BC3-86D1-41E6799D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590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ABLESTACK TECHFLOW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BF3BBB-A250-445A-BFA5-5981B258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047750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Discussion #164
후속 답변 장애 복구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85325E3-DB20-4643-A27D-B033462B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9334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로그 ZIP 수집부터 검토용 답변 생성까지 복구 완료</a:t>
            </a:r>
          </a:p>
        </p:txBody>
      </p:sp>
      <p:sp>
        <p:nvSpPr>
          <p:cNvPr id="6" name="result">
            <a:extLst xmlns:a="http://schemas.openxmlformats.org/drawingml/2006/main">
              <a:ext uri="{FF2B5EF4-FFF2-40B4-BE49-F238E27FC236}">
                <a16:creationId xmlns:a16="http://schemas.microsoft.com/office/drawing/2014/main" id="{CC1957E2-3D92-4645-9B44-193A2848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625FE4-6928-4665-AF74-28F057FE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3695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Post #362 승인 대기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8DB7BA6-C0CA-4BDF-BD2C-A7F8993D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150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07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2026-08-13 · AI Gateway 0.13.2</a:t>
            </a:r>
          </a:p>
        </p:txBody>
      </p:sp>
    </p:spTree>
    <p:extLst>
      <p:ext uri="{BB962C8B-B14F-4D97-AF65-F5344CB8AC3E}">
        <p14:creationId xmlns:p14="http://schemas.microsoft.com/office/powerpoint/2010/main" val="989146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BCEC639-B3A6-4B0B-8A4E-CAEF1E80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DE7D79-1DB3-46F2-8A28-54F6C2B5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한 개의 macOS 메타데이터가 전체 후속 처리 경로를 막았습니다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28CA6F3-BAB6-441A-9B1A-8063236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78AFDD4-B53C-4B05-972A-4727060D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cxnSp>
        <p:nvCxnSpPr>
          <p:cNvPr id="25" name="arrow-284"/>
          <p:cNvCxnSpPr/>
          <p:nvPr/>
        </p:nvCxnSpPr>
        <p:spPr>
          <a:xfrm xmlns:a="http://schemas.openxmlformats.org/drawingml/2006/main">
            <a:off x="2705100" y="3314700"/>
            <a:ext cx="533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6" name="cause-0">
            <a:extLst xmlns:a="http://schemas.openxmlformats.org/drawingml/2006/main">
              <a:ext uri="{FF2B5EF4-FFF2-40B4-BE49-F238E27FC236}">
                <a16:creationId xmlns:a16="http://schemas.microsoft.com/office/drawing/2014/main" id="{F98CE587-FD8B-4A36-B370-957AEE18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B4FC5E-1A07-4E79-8DB4-A9678B4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962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61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정상 ZIP 다운로드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A33311-CEE0-44EA-8F0C-8143C630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9621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Post #358
TXT 로그 2개</a:t>
            </a:r>
          </a:p>
        </p:txBody>
      </p:sp>
      <p:cxnSp>
        <p:nvCxnSpPr>
          <p:cNvPr id="29" name="arrow-582"/>
          <p:cNvCxnSpPr/>
          <p:nvPr/>
        </p:nvCxnSpPr>
        <p:spPr>
          <a:xfrm xmlns:a="http://schemas.openxmlformats.org/drawingml/2006/main">
            <a:off x="5543550" y="3314700"/>
            <a:ext cx="533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0" name="cause-1">
            <a:extLst xmlns:a="http://schemas.openxmlformats.org/drawingml/2006/main">
              <a:ext uri="{FF2B5EF4-FFF2-40B4-BE49-F238E27FC236}">
                <a16:creationId xmlns:a16="http://schemas.microsoft.com/office/drawing/2014/main" id="{C0C55EB5-BE94-4358-ACF2-B86324A8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1B89628-5BDB-4899-A100-EDC848CF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1962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25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B91C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AppleDouble 거부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B77E788-2588-4248-ABCD-75FB11A6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19621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__MACOSX/._*
바이너리 메타데이터</a:t>
            </a:r>
          </a:p>
        </p:txBody>
      </p:sp>
      <p:cxnSp>
        <p:nvCxnSpPr>
          <p:cNvPr id="33" name="arrow-880"/>
          <p:cNvCxnSpPr/>
          <p:nvPr/>
        </p:nvCxnSpPr>
        <p:spPr>
          <a:xfrm xmlns:a="http://schemas.openxmlformats.org/drawingml/2006/main">
            <a:off x="8382000" y="3314700"/>
            <a:ext cx="533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4" name="cause-2">
            <a:extLst xmlns:a="http://schemas.openxmlformats.org/drawingml/2006/main">
              <a:ext uri="{FF2B5EF4-FFF2-40B4-BE49-F238E27FC236}">
                <a16:creationId xmlns:a16="http://schemas.microsoft.com/office/drawing/2014/main" id="{F7F338E4-B8DC-423F-9CBD-CF3A81BC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2489C4B-CB86-49FC-82DF-0E700BAC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1962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상태 저장 중단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7D5105A-29DB-4D57-915C-3DD755B5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9621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HTTP 400 반복
같은 구간 재처리</a:t>
            </a:r>
          </a:p>
        </p:txBody>
      </p:sp>
      <p:sp>
        <p:nvSpPr>
          <p:cNvPr id="17" name="cause-3">
            <a:extLst xmlns:a="http://schemas.openxmlformats.org/drawingml/2006/main">
              <a:ext uri="{FF2B5EF4-FFF2-40B4-BE49-F238E27FC236}">
                <a16:creationId xmlns:a16="http://schemas.microsoft.com/office/drawing/2014/main" id="{304094DA-3561-4BC5-A71F-557AE2FF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086C937-00F3-4699-9AD2-A61273A5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1962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답변 미생성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2E701C1-8D59-4767-BEC9-838DE896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19621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검토 Post 없음
뒤 이벤트도 지연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EDA0A43-1F25-4921-BF90-A188A4A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29200"/>
            <a:ext cx="902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>
                <a:solidFill>
                  <a:srgbClr val="B91C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실제 로그가 아니라 Finder 메타데이터를 로그로 처리한 것이 근본 원인입니다</a:t>
            </a:r>
          </a:p>
        </p:txBody>
      </p:sp>
    </p:spTree>
    <p:extLst>
      <p:ext uri="{BB962C8B-B14F-4D97-AF65-F5344CB8AC3E}">
        <p14:creationId xmlns:p14="http://schemas.microsoft.com/office/powerpoint/2010/main" val="9949360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ackground">
            <a:extLst xmlns:a="http://schemas.openxmlformats.org/drawingml/2006/main">
              <a:ext uri="{FF2B5EF4-FFF2-40B4-BE49-F238E27FC236}">
                <a16:creationId xmlns:a16="http://schemas.microsoft.com/office/drawing/2014/main" id="{3BB10EFB-BB47-478D-9F3D-54C42430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36DA1C-0774-4ABC-8979-8A411079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파서, 재시도, 체크포인트, 실행 시간을 함께 보완했습니다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DD80F65-62BF-4AA2-A1A6-6B28C830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817B03F-CB70-4EDB-A5B7-D09D1B26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BB879F-91E0-4FE5-922B-4E8E3C63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입력 경계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0FE45D5-8D6F-4E5A-9F25-259E78FA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1432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macOS 메타데이터만 제외
실제 로그 보안 검사는 유지
영구 오류는 안전 안내로 전환</a:t>
            </a:r>
          </a:p>
        </p:txBody>
      </p:sp>
      <p:sp>
        <p:nvSpPr>
          <p:cNvPr id="7" name="divider-1">
            <a:extLst xmlns:a="http://schemas.openxmlformats.org/drawingml/2006/main">
              <a:ext uri="{FF2B5EF4-FFF2-40B4-BE49-F238E27FC236}">
                <a16:creationId xmlns:a16="http://schemas.microsoft.com/office/drawing/2014/main" id="{6BCA4E4E-C350-460D-980D-347CFB7D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811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2A3270-04A5-47EE-8195-CD18A956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9545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처리 경계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F8AE1B6-38E7-4076-B002-C91BB6AB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31432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성공 Post 즉시 체크포인트
임시 파일 후 원자적 교체
실패 Discussion과 나머지 큐 격리</a:t>
            </a:r>
          </a:p>
        </p:txBody>
      </p:sp>
      <p:sp>
        <p:nvSpPr>
          <p:cNvPr id="10" name="divider-2">
            <a:extLst xmlns:a="http://schemas.openxmlformats.org/drawingml/2006/main">
              <a:ext uri="{FF2B5EF4-FFF2-40B4-BE49-F238E27FC236}">
                <a16:creationId xmlns:a16="http://schemas.microsoft.com/office/drawing/2014/main" id="{B228846F-E649-4822-A356-2FD77674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4792300-A086-4303-8B10-C8E94ACB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실행 경계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0442F1E-26B2-45DE-958E-4ADAAFEF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31432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Community Draft만 300초
네트워크 장애는 재시도
공개는 관리자 승인 유지</a:t>
            </a:r>
          </a:p>
        </p:txBody>
      </p:sp>
      <p:sp>
        <p:nvSpPr>
          <p:cNvPr id="13" name="version">
            <a:extLst xmlns:a="http://schemas.openxmlformats.org/drawingml/2006/main">
              <a:ext uri="{FF2B5EF4-FFF2-40B4-BE49-F238E27FC236}">
                <a16:creationId xmlns:a16="http://schemas.microsoft.com/office/drawing/2014/main" id="{0CAE73DD-2882-4C2E-992F-DBC2B76A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839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7036595-EDFA-44D7-95CA-77B6119F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0382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AI Gateway 0.13.2 · Activepieces Flow 3개 ENABLED</a:t>
            </a:r>
          </a:p>
        </p:txBody>
      </p:sp>
    </p:spTree>
    <p:extLst>
      <p:ext uri="{BB962C8B-B14F-4D97-AF65-F5344CB8AC3E}">
        <p14:creationId xmlns:p14="http://schemas.microsoft.com/office/powerpoint/2010/main" val="5086039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ackground">
            <a:extLst xmlns:a="http://schemas.openxmlformats.org/drawingml/2006/main">
              <a:ext uri="{FF2B5EF4-FFF2-40B4-BE49-F238E27FC236}">
                <a16:creationId xmlns:a16="http://schemas.microsoft.com/office/drawing/2014/main" id="{F5653F63-65CC-44CF-8605-DA6F0882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13F5E4-2433-43C4-A4B9-7BC6BEDE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74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Discussion #164는 검토 가능한 정상 승인 대기 상태로 복구됐습니다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37A371C-CFCA-48C6-BB91-8EFF7B59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D979588-CC35-4508-9AC8-8D05F206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298E77-C4F5-4164-84D2-460705F6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476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1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182C52-41AC-47CD-927F-018375A0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47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Artifact 등록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2166614-C7D5-4FA5-86C9-900FF03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476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35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#362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208DD7-C3F5-426C-ADA9-3EA4CD8F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47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검토용 답변 Post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80B4EC-2BD3-4AA7-9030-0F43979D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90700"/>
            <a:ext cx="2476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10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C785B48-B888-4477-A540-20AED6A9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247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Poller failed</a:t>
            </a:r>
          </a:p>
        </p:txBody>
      </p:sp>
      <p:sp>
        <p:nvSpPr>
          <p:cNvPr id="11" name="metrics-rule">
            <a:extLst xmlns:a="http://schemas.openxmlformats.org/drawingml/2006/main">
              <a:ext uri="{FF2B5EF4-FFF2-40B4-BE49-F238E27FC236}">
                <a16:creationId xmlns:a16="http://schemas.microsoft.com/office/drawing/2014/main" id="{3E4BAA70-81BA-43B0-950F-3C4B3D18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D7C799B-B5CA-4110-A7BC-AD7F51DA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363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DRAFT_PENDING / WAITING_REVIEW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2444169-CDFF-4384-B283-39C6FDEE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Chat 담당자 1명에게 첫 시도에 원문 검토 링크 전송</a:t>
            </a:r>
          </a:p>
        </p:txBody>
      </p:sp>
    </p:spTree>
    <p:extLst>
      <p:ext uri="{BB962C8B-B14F-4D97-AF65-F5344CB8AC3E}">
        <p14:creationId xmlns:p14="http://schemas.microsoft.com/office/powerpoint/2010/main" val="15212705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ckground">
            <a:extLst xmlns:a="http://schemas.openxmlformats.org/drawingml/2006/main">
              <a:ext uri="{FF2B5EF4-FFF2-40B4-BE49-F238E27FC236}">
                <a16:creationId xmlns:a16="http://schemas.microsoft.com/office/drawing/2014/main" id="{80CD08D6-79D8-4BE3-94DE-304544A7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closing">
            <a:extLst xmlns:a="http://schemas.openxmlformats.org/drawingml/2006/main">
              <a:ext uri="{FF2B5EF4-FFF2-40B4-BE49-F238E27FC236}">
                <a16:creationId xmlns:a16="http://schemas.microsoft.com/office/drawing/2014/main" id="{BEDB469A-D11D-4E8B-8087-8F11CDA4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3EBCC04-0662-4EC4-BD1D-BA36FE0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286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복구 완료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0693B5-2668-4094-A25C-D98E62DD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38225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이제 담당자가 답변 원문을
검토하고 승인하면 됩니다</a:t>
            </a:r>
          </a:p>
        </p:txBody>
      </p:sp>
      <p:sp>
        <p:nvSpPr>
          <p:cNvPr id="5" name="left-rule">
            <a:extLst xmlns:a="http://schemas.openxmlformats.org/drawingml/2006/main">
              <a:ext uri="{FF2B5EF4-FFF2-40B4-BE49-F238E27FC236}">
                <a16:creationId xmlns:a16="http://schemas.microsoft.com/office/drawing/2014/main" id="{05356FF3-7F77-4CCC-BBC8-B4532F04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0F6EEC-3462-4992-9FA2-C304CE91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952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Chat 알림의 Community 링크 열기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4D009A3-C0BB-418E-8644-75BC98D0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2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Post #362의 질문·로그 분석·해결 절차 확인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D68839-9595-4AFD-B7CB-6AB01A09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952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승인 · 수정 승인 · 반려 중 선택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FCDE57-2857-4872-AE23-255A3791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11505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07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GitHub→Chat 보호 서비스는 변경하지 않았습니다</a:t>
            </a:r>
          </a:p>
        </p:txBody>
      </p:sp>
    </p:spTree>
    <p:extLst>
      <p:ext uri="{BB962C8B-B14F-4D97-AF65-F5344CB8AC3E}">
        <p14:creationId xmlns:p14="http://schemas.microsoft.com/office/powerpoint/2010/main" val="254169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2026-08-13T07:08:05.7080000Z</dcterms:created>
  <dcterms:modified xsi:type="dcterms:W3CDTF">2026-08-13T07:08:05.7080000Z</dcterms:modified>
</coreProperties>
</file>