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950ad5b255478b" /><Relationship Type="http://schemas.openxmlformats.org/officeDocument/2006/relationships/extended-properties" Target="/docProps/app.xml" Id="Rb7514723375e4d72" /><Relationship Type="http://schemas.openxmlformats.org/officeDocument/2006/relationships/officeDocument" Target="/ppt/presentation.xml" Id="R3e52f580ee5f48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5da3fff184ebe"/>
  </p:sldMasterIdLst>
  <p:notesMasterIdLst>
    <p:notesMasterId xmlns:r="http://schemas.openxmlformats.org/officeDocument/2006/relationships" r:id="R31cc17aeba054d7f"/>
  </p:notesMasterIdLst>
  <p:sldIdLst>
    <p:sldId xmlns:r="http://schemas.openxmlformats.org/officeDocument/2006/relationships" id="256" r:id="Rcfc21d9f95cd4040"/>
    <p:sldId xmlns:r="http://schemas.openxmlformats.org/officeDocument/2006/relationships" id="257" r:id="R367b7c8ce80d4067"/>
    <p:sldId xmlns:r="http://schemas.openxmlformats.org/officeDocument/2006/relationships" id="258" r:id="R943570a26f624ff0"/>
    <p:sldId xmlns:r="http://schemas.openxmlformats.org/officeDocument/2006/relationships" id="259" r:id="R9ac9fa300c2348f5"/>
    <p:sldId xmlns:r="http://schemas.openxmlformats.org/officeDocument/2006/relationships" id="260" r:id="Ra8169f73d7f9462e"/>
    <p:sldId xmlns:r="http://schemas.openxmlformats.org/officeDocument/2006/relationships" id="261" r:id="Rc13938c5b8c64b3c"/>
    <p:sldId xmlns:r="http://schemas.openxmlformats.org/officeDocument/2006/relationships" id="262" r:id="R2630bb16910d4135"/>
    <p:sldId xmlns:r="http://schemas.openxmlformats.org/officeDocument/2006/relationships" id="263" r:id="R858ea4770b12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1d6da01db44a46" /><Relationship Type="http://schemas.openxmlformats.org/officeDocument/2006/relationships/slideMaster" Target="/ppt/slideMasters/slideMaster1.xml" Id="R4675da3fff184ebe" /><Relationship Type="http://schemas.openxmlformats.org/officeDocument/2006/relationships/notesMaster" Target="/ppt/notesMasters/notesMaster1.xml" Id="R31cc17aeba054d7f" /><Relationship Type="http://schemas.openxmlformats.org/officeDocument/2006/relationships/presProps" Target="/ppt/presProps.xml" Id="R07d4a3d6ddb246e0" /><Relationship Type="http://schemas.openxmlformats.org/officeDocument/2006/relationships/tableStyles" Target="/ppt/tableStyles.xml" Id="R1f956c083ee24ab2" /><Relationship Type="http://schemas.openxmlformats.org/officeDocument/2006/relationships/slide" Target="/ppt/slides/slide1.xml" Id="Rcfc21d9f95cd4040" /><Relationship Type="http://schemas.openxmlformats.org/officeDocument/2006/relationships/slide" Target="/ppt/slides/slide2.xml" Id="R367b7c8ce80d4067" /><Relationship Type="http://schemas.openxmlformats.org/officeDocument/2006/relationships/slide" Target="/ppt/slides/slide3.xml" Id="R943570a26f624ff0" /><Relationship Type="http://schemas.openxmlformats.org/officeDocument/2006/relationships/slide" Target="/ppt/slides/slide4.xml" Id="R9ac9fa300c2348f5" /><Relationship Type="http://schemas.openxmlformats.org/officeDocument/2006/relationships/slide" Target="/ppt/slides/slide5.xml" Id="Ra8169f73d7f9462e" /><Relationship Type="http://schemas.openxmlformats.org/officeDocument/2006/relationships/slide" Target="/ppt/slides/slide6.xml" Id="Rc13938c5b8c64b3c" /><Relationship Type="http://schemas.openxmlformats.org/officeDocument/2006/relationships/slide" Target="/ppt/slides/slide7.xml" Id="R2630bb16910d4135" /><Relationship Type="http://schemas.openxmlformats.org/officeDocument/2006/relationships/slide" Target="/ppt/slides/slide8.xml" Id="R858ea4770b12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264373ff2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dec4e2a364801" /><Relationship Type="http://schemas.openxmlformats.org/officeDocument/2006/relationships/notesMaster" Target="/ppt/notesMasters/notesMaster1.xml" Id="Rf8e0eab858e74e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17d6a4b494e93" /><Relationship Type="http://schemas.openxmlformats.org/officeDocument/2006/relationships/notesMaster" Target="/ppt/notesMasters/notesMaster1.xml" Id="R7f3126b85daf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a63a4143e24017" /><Relationship Type="http://schemas.openxmlformats.org/officeDocument/2006/relationships/notesMaster" Target="/ppt/notesMasters/notesMaster1.xml" Id="Refa07c4f38254c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5867b0a1c4e77" /><Relationship Type="http://schemas.openxmlformats.org/officeDocument/2006/relationships/notesMaster" Target="/ppt/notesMasters/notesMaster1.xml" Id="R1c4b032f6bff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a1675801d341be" /><Relationship Type="http://schemas.openxmlformats.org/officeDocument/2006/relationships/notesMaster" Target="/ppt/notesMasters/notesMaster1.xml" Id="Rb8ca4f384e5d49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2a80390fd64c9e" /><Relationship Type="http://schemas.openxmlformats.org/officeDocument/2006/relationships/notesMaster" Target="/ppt/notesMasters/notesMaster1.xml" Id="R2c44c355d7f94a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6b988a860b406f" /><Relationship Type="http://schemas.openxmlformats.org/officeDocument/2006/relationships/notesMaster" Target="/ppt/notesMasters/notesMaster1.xml" Id="R33e367e59ac84e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36ea483b4c4282" /><Relationship Type="http://schemas.openxmlformats.org/officeDocument/2006/relationships/notesMaster" Target="/ppt/notesMasters/notesMaster1.xml" Id="R6f81472801c6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docs/reports/issue-64-answer-clarity-validation.md</a:t>
            </a:r>
          </a:p>
          <a:p xmlns:a="http://schemas.openxmlformats.org/drawingml/2006/main">
            <a:r>
              <a:t>- docs/plans/issue-64-answer-clarity-community-review-design.md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docs/plans/issue-64-answer-clarity-community-review-design.md#2</a:t>
            </a:r>
          </a:p>
          <a:p xmlns:a="http://schemas.openxmlformats.org/drawingml/2006/main">
            <a:r>
              <a:t>- services/ai-gateway/app/chat_assist.py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docs/plans/issue-64-answer-clarity-community-review-design.md#2</a:t>
            </a:r>
          </a:p>
          <a:p xmlns:a="http://schemas.openxmlformats.org/drawingml/2006/main">
            <a:r>
              <a:t>- services/ai-gateway/app/community.py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docs/plans/issue-64-answer-clarity-community-review-design.md#4</a:t>
            </a:r>
          </a:p>
          <a:p xmlns:a="http://schemas.openxmlformats.org/drawingml/2006/main">
            <a:r>
              <a:t>- https://www.qemu.org/docs/master/interop/qemu-qmp-ref.html</a:t>
            </a:r>
          </a:p>
          <a:p xmlns:a="http://schemas.openxmlformats.org/drawingml/2006/main">
            <a:r>
              <a:t>- https://www.libvirt.org/manpages/virsh.html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services/ai-gateway/app/community.py</a:t>
            </a:r>
          </a:p>
          <a:p xmlns:a="http://schemas.openxmlformats.org/drawingml/2006/main">
            <a:r>
              <a:t>- services/ai-gateway/app/main.py</a:t>
            </a:r>
          </a:p>
          <a:p xmlns:a="http://schemas.openxmlformats.org/drawingml/2006/main">
            <a:r>
              <a:t>- services/ai-gateway/migrations/0010_flarum_review_post_up.sql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https://community.ablecloud.io/d/159</a:t>
            </a:r>
          </a:p>
          <a:p xmlns:a="http://schemas.openxmlformats.org/drawingml/2006/main">
            <a:r>
              <a:t>- https://community.ablecloud.io/d/160</a:t>
            </a:r>
          </a:p>
          <a:p xmlns:a="http://schemas.openxmlformats.org/drawingml/2006/main">
            <a:r>
              <a:t>- https://community.ablecloud.io/d/162/349</a:t>
            </a:r>
          </a:p>
          <a:p xmlns:a="http://schemas.openxmlformats.org/drawingml/2006/main">
            <a:r>
              <a:t>- docs/reports/issue-64-answer-clarity-validation.md#4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docs/reports/issue-64-answer-clarity-validation.md#6</a:t>
            </a:r>
          </a:p>
          <a:p xmlns:a="http://schemas.openxmlformats.org/drawingml/2006/main">
            <a:r>
              <a:t>- docs/runbooks/community-ai-review-post.md#8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docs/reports/issue-64-answer-clarity-validation.md#8</a:t>
            </a:r>
          </a:p>
          <a:p xmlns:a="http://schemas.openxmlformats.org/drawingml/2006/main">
            <a:r>
              <a:t>- https://github.com/ablecloud-team/ablestack-techflow/issues/64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af116c3c447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22816a24b45f6" /><Relationship Type="http://schemas.openxmlformats.org/officeDocument/2006/relationships/slideLayout" Target="/ppt/slideLayouts/slideLayout1.xml" Id="R94de671ac2314d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e671ac2314d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fe6a4bdec460c" /><Relationship Type="http://schemas.openxmlformats.org/officeDocument/2006/relationships/notesSlide" Target="/ppt/notesSlides/notesSlide1.xml" Id="R198434beb664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ced87b0954bb4" /><Relationship Type="http://schemas.openxmlformats.org/officeDocument/2006/relationships/notesSlide" Target="/ppt/notesSlides/notesSlide2.xml" Id="R1b6f23404fe443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4d82c40744d03" /><Relationship Type="http://schemas.openxmlformats.org/officeDocument/2006/relationships/notesSlide" Target="/ppt/notesSlides/notesSlide3.xml" Id="Rf846a32d4c5c41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617427c384998" /><Relationship Type="http://schemas.openxmlformats.org/officeDocument/2006/relationships/notesSlide" Target="/ppt/notesSlides/notesSlide4.xml" Id="R867c07b150c2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47b0ba3f64980" /><Relationship Type="http://schemas.openxmlformats.org/officeDocument/2006/relationships/notesSlide" Target="/ppt/notesSlides/notesSlide5.xml" Id="R65d76aab72d34a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12c9ee71a4178" /><Relationship Type="http://schemas.openxmlformats.org/officeDocument/2006/relationships/notesSlide" Target="/ppt/notesSlides/notesSlide6.xml" Id="R3a169bd2a9b041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a4f67f10c44d6" /><Relationship Type="http://schemas.openxmlformats.org/officeDocument/2006/relationships/notesSlide" Target="/ppt/notesSlides/notesSlide7.xml" Id="R862e54b870aa41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95318c7344033" /><Relationship Type="http://schemas.openxmlformats.org/officeDocument/2006/relationships/notesSlide" Target="/ppt/notesSlides/notesSlide8.xml" Id="Rfc5e9447c81846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B620CA19-3272-43F5-9DA1-03337B4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over">
            <a:extLst xmlns:a="http://schemas.openxmlformats.org/drawingml/2006/main">
              <a:ext uri="{FF2B5EF4-FFF2-40B4-BE49-F238E27FC236}">
                <a16:creationId xmlns:a16="http://schemas.microsoft.com/office/drawing/2014/main" id="{30F0530B-C793-4A67-8B20-90A23D9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D898DA-C292-45D5-8AB5-1477F4DF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ABLESTACK TECHFLOW · ISSUE #64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A24A35-4E99-40B6-A2C9-ADEA8D51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9906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잘리지 않는 AI 답변,
Community 원문에서 승인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F85918-A3C3-4245-BE16-B399DAB3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914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텍스트 · 이미지 · 로그 압축까지 하나의 검토 경로</a:t>
            </a:r>
          </a:p>
        </p:txBody>
      </p:sp>
      <p:sp>
        <p:nvSpPr>
          <p:cNvPr id="6" name="result">
            <a:extLst xmlns:a="http://schemas.openxmlformats.org/drawingml/2006/main">
              <a:ext uri="{FF2B5EF4-FFF2-40B4-BE49-F238E27FC236}">
                <a16:creationId xmlns:a16="http://schemas.microsoft.com/office/drawing/2014/main" id="{CECBBD6C-E22F-443C-8F00-3030EEE2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295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2893B1-9FFA-43FD-B6B5-A700520E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2914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시험 서버 E2E 완료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6C9ABF-204D-4033-A969-737E815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1505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2026-08-13</a:t>
            </a:r>
          </a:p>
        </p:txBody>
      </p:sp>
    </p:spTree>
    <p:extLst>
      <p:ext uri="{BB962C8B-B14F-4D97-AF65-F5344CB8AC3E}">
        <p14:creationId xmlns:p14="http://schemas.microsoft.com/office/powerpoint/2010/main" val="592528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3E2843-7AAD-4984-A2D9-16C26BC6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07B858-F7EF-441A-98AD-FD1A0A7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Chat의 역할을 알림으로 좁히고, 원문 검토를 복원했습니다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88CA331-8451-4C3D-A2AA-465563E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이전-card">
            <a:extLst xmlns:a="http://schemas.openxmlformats.org/drawingml/2006/main">
              <a:ext uri="{FF2B5EF4-FFF2-40B4-BE49-F238E27FC236}">
                <a16:creationId xmlns:a16="http://schemas.microsoft.com/office/drawing/2014/main" id="{40068AF5-6B13-4BF1-910B-2047577D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276600" cy="37338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이전-accent">
            <a:extLst xmlns:a="http://schemas.openxmlformats.org/drawingml/2006/main">
              <a:ext uri="{FF2B5EF4-FFF2-40B4-BE49-F238E27FC236}">
                <a16:creationId xmlns:a16="http://schemas.microsoft.com/office/drawing/2014/main" id="{E03B8006-DD2F-496D-93A2-392E1D1B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3733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25465A-3F5F-47D6-B1BD-B6E2100E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이전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4FE4A2-38B0-4AF0-B8B3-FDBCC813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8956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긴 답변이 Chat 길이 제한에 걸려 문장이 잘림
근거가 먼저 노출돼 일반 사용자 정보 경계가 불명확
이미지·로그 분석 결과를 짧은 메시지에서 검증하기 어려움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A07005-B472-4593-A3E1-FB80C8EA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800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6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현재-card">
            <a:extLst xmlns:a="http://schemas.openxmlformats.org/drawingml/2006/main">
              <a:ext uri="{FF2B5EF4-FFF2-40B4-BE49-F238E27FC236}">
                <a16:creationId xmlns:a16="http://schemas.microsoft.com/office/drawing/2014/main" id="{52CFC7CB-E16D-4A28-8198-A921408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61531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현재-accent">
            <a:extLst xmlns:a="http://schemas.openxmlformats.org/drawingml/2006/main">
              <a:ext uri="{FF2B5EF4-FFF2-40B4-BE49-F238E27FC236}">
                <a16:creationId xmlns:a16="http://schemas.microsoft.com/office/drawing/2014/main" id="{3F6E055E-DE46-43BB-9A5A-4EF7F02B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76200" cy="3733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30F9ACB-A934-454C-BE02-B5BDB87F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57350"/>
            <a:ext cx="5772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535D1A-8C4D-4024-A00F-1AC5BFF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38350"/>
            <a:ext cx="577215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Chat: 새 검토 건과 Community 링크만 전달
Community: 일반 AI 계정의 전체 답변을 승인 대기로 보관
관리자: 원문·이미지·로그 분석을 한 화면에서 검토 후 승인
일반 사용자: 승인된 답변만 열람</a:t>
            </a:r>
          </a:p>
        </p:txBody>
      </p:sp>
    </p:spTree>
    <p:extLst>
      <p:ext uri="{BB962C8B-B14F-4D97-AF65-F5344CB8AC3E}">
        <p14:creationId xmlns:p14="http://schemas.microsoft.com/office/powerpoint/2010/main" val="10926413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9F2E00-55BA-4C09-ADEE-911101B0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71B5E6-18A3-48EB-B6E9-22CA65CB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전체 답변의 단일 원본은 Community입니다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2336A76-A266-4AB5-B3A2-01E1284B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1" name="arrow-0"/>
          <p:cNvCxnSpPr/>
          <p:nvPr/>
        </p:nvCxnSpPr>
        <p:spPr>
          <a:xfrm xmlns:a="http://schemas.openxmlformats.org/drawingml/2006/main">
            <a:off x="1905000" y="3076575"/>
            <a:ext cx="400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5" name="flow-0">
            <a:extLst xmlns:a="http://schemas.openxmlformats.org/drawingml/2006/main">
              <a:ext uri="{FF2B5EF4-FFF2-40B4-BE49-F238E27FC236}">
                <a16:creationId xmlns:a16="http://schemas.microsoft.com/office/drawing/2014/main" id="{82A81856-8BB3-4ACA-B0FE-92CAEBF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447800" cy="1466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BC6794-492F-4A12-AFFE-A7B4756D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7380AE-1B27-458F-B756-72EFEA0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125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본문·태그</a:t>
            </a:r>
          </a:p>
        </p:txBody>
      </p:sp>
      <p:cxnSp>
        <p:nvCxnSpPr>
          <p:cNvPr id="35" name="arrow-1"/>
          <p:cNvCxnSpPr/>
          <p:nvPr/>
        </p:nvCxnSpPr>
        <p:spPr>
          <a:xfrm xmlns:a="http://schemas.openxmlformats.org/drawingml/2006/main">
            <a:off x="3752850" y="3076575"/>
            <a:ext cx="400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920BC25A-53C6-440C-88E4-B7755B6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43150"/>
            <a:ext cx="1447800" cy="1466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D4EDC0-DE67-4476-9DBE-834AA058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46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첨부 정규화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2E9D58-BC87-4A43-A96F-862160BD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28950"/>
            <a:ext cx="125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이미지·ZIP</a:t>
            </a:r>
          </a:p>
        </p:txBody>
      </p:sp>
      <p:cxnSp>
        <p:nvCxnSpPr>
          <p:cNvPr id="39" name="arrow-2"/>
          <p:cNvCxnSpPr/>
          <p:nvPr/>
        </p:nvCxnSpPr>
        <p:spPr>
          <a:xfrm xmlns:a="http://schemas.openxmlformats.org/drawingml/2006/main">
            <a:off x="5600700" y="3076575"/>
            <a:ext cx="400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B3E38E74-EC33-45AA-B877-AD44990F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43150"/>
            <a:ext cx="1447800" cy="1466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FF9D737-8684-48AF-A07A-4AB74E2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146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종합 분석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DF24976-12A6-4946-8466-5EEE2E6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125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문서·코드·플랫폼</a:t>
            </a:r>
          </a:p>
        </p:txBody>
      </p:sp>
      <p:cxnSp>
        <p:nvCxnSpPr>
          <p:cNvPr id="43" name="arrow-3"/>
          <p:cNvCxnSpPr/>
          <p:nvPr/>
        </p:nvCxnSpPr>
        <p:spPr>
          <a:xfrm xmlns:a="http://schemas.openxmlformats.org/drawingml/2006/main">
            <a:off x="7448550" y="3076575"/>
            <a:ext cx="400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7" name="flow-3">
            <a:extLst xmlns:a="http://schemas.openxmlformats.org/drawingml/2006/main">
              <a:ext uri="{FF2B5EF4-FFF2-40B4-BE49-F238E27FC236}">
                <a16:creationId xmlns:a16="http://schemas.microsoft.com/office/drawing/2014/main" id="{9E72C16E-BD30-473C-9290-041258F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1447800" cy="1466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2A5411-6393-4A41-B629-EB8AB2A5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미승인 원문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F0DDFB-0FC0-4DEA-A495-1049B798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일반 AI 계정</a:t>
            </a:r>
          </a:p>
        </p:txBody>
      </p:sp>
      <p:cxnSp>
        <p:nvCxnSpPr>
          <p:cNvPr id="47" name="arrow-4"/>
          <p:cNvCxnSpPr/>
          <p:nvPr/>
        </p:nvCxnSpPr>
        <p:spPr>
          <a:xfrm xmlns:a="http://schemas.openxmlformats.org/drawingml/2006/main">
            <a:off x="9296400" y="3076575"/>
            <a:ext cx="400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21" name="flow-4">
            <a:extLst xmlns:a="http://schemas.openxmlformats.org/drawingml/2006/main">
              <a:ext uri="{FF2B5EF4-FFF2-40B4-BE49-F238E27FC236}">
                <a16:creationId xmlns:a16="http://schemas.microsoft.com/office/drawing/2014/main" id="{58FF78EF-A803-465C-AC90-F02F28F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447800" cy="1466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58C8D74-3D07-4ED3-8641-BEF392DA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Chat 링크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F9F7D5E-6573-4C20-985F-CF20C465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125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전체 답변 없음</a:t>
            </a:r>
          </a:p>
        </p:txBody>
      </p:sp>
      <p:sp>
        <p:nvSpPr>
          <p:cNvPr id="24" name="flow-5">
            <a:extLst xmlns:a="http://schemas.openxmlformats.org/drawingml/2006/main">
              <a:ext uri="{FF2B5EF4-FFF2-40B4-BE49-F238E27FC236}">
                <a16:creationId xmlns:a16="http://schemas.microsoft.com/office/drawing/2014/main" id="{84962AE2-79D6-4A83-9CEA-0DE62517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1447800" cy="1466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6243D07-C4EE-4F99-88DB-A006B869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146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관리자 승인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358848B-B24D-421A-BCE3-A2884820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257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Flarum 공개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21622CF-B398-4CAD-BBF4-85A467EA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24375"/>
            <a:ext cx="8724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공개 권한은 AI가 아니라 Flarum 관리자에게 남습니다</a:t>
            </a:r>
          </a:p>
        </p:txBody>
      </p:sp>
    </p:spTree>
    <p:extLst>
      <p:ext uri="{BB962C8B-B14F-4D97-AF65-F5344CB8AC3E}">
        <p14:creationId xmlns:p14="http://schemas.microsoft.com/office/powerpoint/2010/main" val="12314214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880A5D-D9A2-4C3A-A7A5-43CA708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8D618A-F1B6-4307-8F1A-50B0C7C0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답변은 전체 자료를 검토하되, 사용자에게는 필요한 내용만 보입니다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1CE85C8-6795-499A-8997-60522B70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내부 분석 순서-card">
            <a:extLst xmlns:a="http://schemas.openxmlformats.org/drawingml/2006/main">
              <a:ext uri="{FF2B5EF4-FFF2-40B4-BE49-F238E27FC236}">
                <a16:creationId xmlns:a16="http://schemas.microsoft.com/office/drawing/2014/main" id="{37BA43FE-F621-448B-A054-4DECA6F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1816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내부 분석 순서-accent">
            <a:extLst xmlns:a="http://schemas.openxmlformats.org/drawingml/2006/main">
              <a:ext uri="{FF2B5EF4-FFF2-40B4-BE49-F238E27FC236}">
                <a16:creationId xmlns:a16="http://schemas.microsoft.com/office/drawing/2014/main" id="{8BE8D666-F4EF-4023-8154-575D8D3D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403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947894-6661-4B9E-8243-C41AB52C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내부 분석 순서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28058A-650F-423C-8637-500EFD60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800600" cy="335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1  ABLESTACK 문서
2  Diplo 현재 코드 + 관련 제품 코드
3  Europa 미출시 개선 Preview
4  libvirt · QEMU · KVM 공식 자료
5  승인된 기타 외부 자료</a:t>
            </a:r>
          </a:p>
        </p:txBody>
      </p:sp>
      <p:sp>
        <p:nvSpPr>
          <p:cNvPr id="8" name="사용자 답변-card">
            <a:extLst xmlns:a="http://schemas.openxmlformats.org/drawingml/2006/main">
              <a:ext uri="{FF2B5EF4-FFF2-40B4-BE49-F238E27FC236}">
                <a16:creationId xmlns:a16="http://schemas.microsoft.com/office/drawing/2014/main" id="{7B767F1B-FC72-41DF-9015-5357687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4972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사용자 답변-accent">
            <a:extLst xmlns:a="http://schemas.openxmlformats.org/drawingml/2006/main">
              <a:ext uri="{FF2B5EF4-FFF2-40B4-BE49-F238E27FC236}">
                <a16:creationId xmlns:a16="http://schemas.microsoft.com/office/drawing/2014/main" id="{9BCD3406-1E2D-4E12-90E3-F93BFBEE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7620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B897EE-4261-4C41-8EEB-28D0B9D9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192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사용자 답변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A27B63-08E6-4989-9D50-A0DB306D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4591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증상 · 원인 · 해결 방법
추가 고려사항 · 적용 버전
쉽고 짧은 문장, Citation 비노출</a:t>
            </a:r>
          </a:p>
        </p:txBody>
      </p:sp>
      <p:sp>
        <p:nvSpPr>
          <p:cNvPr id="12" name="내부 검토-card">
            <a:extLst xmlns:a="http://schemas.openxmlformats.org/drawingml/2006/main">
              <a:ext uri="{FF2B5EF4-FFF2-40B4-BE49-F238E27FC236}">
                <a16:creationId xmlns:a16="http://schemas.microsoft.com/office/drawing/2014/main" id="{067BCBFE-6070-433D-9406-D444774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4972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내부 검토-accent">
            <a:extLst xmlns:a="http://schemas.openxmlformats.org/drawingml/2006/main">
              <a:ext uri="{FF2B5EF4-FFF2-40B4-BE49-F238E27FC236}">
                <a16:creationId xmlns:a16="http://schemas.microsoft.com/office/drawing/2014/main" id="{4D7BCADB-0E80-4461-AB3A-66F46349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7620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0F13EE4-4679-4F85-A7A0-5DD48F4F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719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내부 검토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D8FF5B8-0F5C-434C-B52F-0ACD160E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52900"/>
            <a:ext cx="4591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Evidence Ledger와 코드 위치 보존
허용 Reviewer가 ‘근거 &lt;ID&gt;’를 명시할 때만 조회</a:t>
            </a:r>
          </a:p>
        </p:txBody>
      </p:sp>
    </p:spTree>
    <p:extLst>
      <p:ext uri="{BB962C8B-B14F-4D97-AF65-F5344CB8AC3E}">
        <p14:creationId xmlns:p14="http://schemas.microsoft.com/office/powerpoint/2010/main" val="20194155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5763C8-E6A3-4E42-AB1C-CAFF9D5E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A12530-03DC-4C5F-B368-9EE8027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일반 AI 계정과 Flarum Approval이 공개 전 안전장치입니다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39233A2-8D61-49B0-A627-030BC009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계정-card">
            <a:extLst xmlns:a="http://schemas.openxmlformats.org/drawingml/2006/main">
              <a:ext uri="{FF2B5EF4-FFF2-40B4-BE49-F238E27FC236}">
                <a16:creationId xmlns:a16="http://schemas.microsoft.com/office/drawing/2014/main" id="{585866F2-7B6B-4399-9EC1-391AF348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09950" cy="36004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계정-accent">
            <a:extLst xmlns:a="http://schemas.openxmlformats.org/drawingml/2006/main">
              <a:ext uri="{FF2B5EF4-FFF2-40B4-BE49-F238E27FC236}">
                <a16:creationId xmlns:a16="http://schemas.microsoft.com/office/drawing/2014/main" id="{5F87796E-BD3E-4DE5-B6ED-53358F9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6200" cy="3600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D8A5CD-CC8E-43F4-BE30-7DD78376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028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계정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B54D23-ACA1-4752-A61B-60B03E80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0289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TechFlow-Assistant
관리자 권한 없음
일반 Member만 보유
비밀번호·키는 GitHub Secret과 서버 Secret으로 관리</a:t>
            </a:r>
          </a:p>
        </p:txBody>
      </p:sp>
      <p:sp>
        <p:nvSpPr>
          <p:cNvPr id="8" name="강제 검증-card">
            <a:extLst xmlns:a="http://schemas.openxmlformats.org/drawingml/2006/main">
              <a:ext uri="{FF2B5EF4-FFF2-40B4-BE49-F238E27FC236}">
                <a16:creationId xmlns:a16="http://schemas.microsoft.com/office/drawing/2014/main" id="{74BE3B1B-E044-404A-A6D4-542925CC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04950"/>
            <a:ext cx="3409950" cy="36004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강제 검증-accent">
            <a:extLst xmlns:a="http://schemas.openxmlformats.org/drawingml/2006/main">
              <a:ext uri="{FF2B5EF4-FFF2-40B4-BE49-F238E27FC236}">
                <a16:creationId xmlns:a16="http://schemas.microsoft.com/office/drawing/2014/main" id="{1FC74AFA-D2FC-4247-8A3B-35BEDA7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04950"/>
            <a:ext cx="76200" cy="3600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79ACB2-6A82-4DDB-9669-4792D652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57350"/>
            <a:ext cx="3028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강제 검증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0D4144-916D-4439-89C2-2B8CB1C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30289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작성자 ID 확인
isApproved=false 확인
미승인 Post는 Assistant 문맥으로 조회
조건 불일치 시 Chat 알림도 중단</a:t>
            </a:r>
          </a:p>
        </p:txBody>
      </p:sp>
      <p:sp>
        <p:nvSpPr>
          <p:cNvPr id="12" name="승인-card">
            <a:extLst xmlns:a="http://schemas.openxmlformats.org/drawingml/2006/main">
              <a:ext uri="{FF2B5EF4-FFF2-40B4-BE49-F238E27FC236}">
                <a16:creationId xmlns:a16="http://schemas.microsoft.com/office/drawing/2014/main" id="{8D95C62A-9F7C-4544-B716-598FDE5E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409950" cy="36004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승인-accent">
            <a:extLst xmlns:a="http://schemas.openxmlformats.org/drawingml/2006/main">
              <a:ext uri="{FF2B5EF4-FFF2-40B4-BE49-F238E27FC236}">
                <a16:creationId xmlns:a16="http://schemas.microsoft.com/office/drawing/2014/main" id="{6B969952-9639-4642-93CD-75F6F25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76200" cy="3600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1DED389-859D-40E7-A9F7-9DDF8544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3028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E0308D-2B9D-48B7-BB2B-489E4EC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30289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Community 관리자만 공개
승인 감지 후 Case PUBLISHED
원본 삭제는 REJECTED
중복 이벤트는 멱등 처리</a:t>
            </a:r>
          </a:p>
        </p:txBody>
      </p:sp>
    </p:spTree>
    <p:extLst>
      <p:ext uri="{BB962C8B-B14F-4D97-AF65-F5344CB8AC3E}">
        <p14:creationId xmlns:p14="http://schemas.microsoft.com/office/powerpoint/2010/main" val="1021655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1C197C-4E42-4E69-8EEC-C22A26B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A796AF-C59F-4AF9-B0FA-0E332915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세 가지 실제 입력을 새 Discussion으로 검증했습니다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BA9A9FC-2175-40A3-9695-D4D2EEE2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텍스트 · #159-card">
            <a:extLst xmlns:a="http://schemas.openxmlformats.org/drawingml/2006/main">
              <a:ext uri="{FF2B5EF4-FFF2-40B4-BE49-F238E27FC236}">
                <a16:creationId xmlns:a16="http://schemas.microsoft.com/office/drawing/2014/main" id="{6FB381B5-9340-42F5-BEB5-E93FC37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3486150" cy="38862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텍스트 · #159-accent">
            <a:extLst xmlns:a="http://schemas.openxmlformats.org/drawingml/2006/main">
              <a:ext uri="{FF2B5EF4-FFF2-40B4-BE49-F238E27FC236}">
                <a16:creationId xmlns:a16="http://schemas.microsoft.com/office/drawing/2014/main" id="{AF3820CC-7BEB-48ED-A1DD-B0E9B46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76200" cy="388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CDACE5-EC99-4438-A65A-925FC126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텍스트 · #159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D5C7D6-16F7-43FB-8A9A-10ECC39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10515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질문 전체 분석
QEMU/VNC 가능성
라이브 마이그레이션 우선
Stop/Start 대안
CLI 확인 명령 포함
Post #346 · 승인 대기</a:t>
            </a:r>
          </a:p>
        </p:txBody>
      </p:sp>
      <p:sp>
        <p:nvSpPr>
          <p:cNvPr id="8" name="이미지 · #160-card">
            <a:extLst xmlns:a="http://schemas.openxmlformats.org/drawingml/2006/main">
              <a:ext uri="{FF2B5EF4-FFF2-40B4-BE49-F238E27FC236}">
                <a16:creationId xmlns:a16="http://schemas.microsoft.com/office/drawing/2014/main" id="{C9CE1C81-F08E-4D36-9611-54CA96C3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47800"/>
            <a:ext cx="3486150" cy="38862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이미지 · #160-accent">
            <a:extLst xmlns:a="http://schemas.openxmlformats.org/drawingml/2006/main">
              <a:ext uri="{FF2B5EF4-FFF2-40B4-BE49-F238E27FC236}">
                <a16:creationId xmlns:a16="http://schemas.microsoft.com/office/drawing/2014/main" id="{D0E06F82-D023-4C47-88B3-3865CAF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47800"/>
            <a:ext cx="76200" cy="388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112DDE-C8FD-429C-BD2C-4D2A8094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600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이미지 · #160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657B8AA-EB76-49AE-AF20-57C7877D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81200"/>
            <a:ext cx="310515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실제 PNG 수집
첨부가 콘솔 오류 화면이 아니라 품질 검증 슬라이드임을 구분
이미지로 오류를 단정하지 않음
Post #345 · 승인 대기</a:t>
            </a:r>
          </a:p>
        </p:txBody>
      </p:sp>
      <p:sp>
        <p:nvSpPr>
          <p:cNvPr id="12" name="ZIP 로그 · #162-card">
            <a:extLst xmlns:a="http://schemas.openxmlformats.org/drawingml/2006/main">
              <a:ext uri="{FF2B5EF4-FFF2-40B4-BE49-F238E27FC236}">
                <a16:creationId xmlns:a16="http://schemas.microsoft.com/office/drawing/2014/main" id="{1DD4B730-AAAB-40C1-8999-5C2C620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486150" cy="38862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ZIP 로그 · #162-accent">
            <a:extLst xmlns:a="http://schemas.openxmlformats.org/drawingml/2006/main">
              <a:ext uri="{FF2B5EF4-FFF2-40B4-BE49-F238E27FC236}">
                <a16:creationId xmlns:a16="http://schemas.microsoft.com/office/drawing/2014/main" id="{669169FB-AF9E-48F5-8BD4-F6ED8D7D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76200" cy="388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8E25A78-5C82-429E-BD50-77831BA3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ZIP 로그 · #162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8EB4C7-1298-4DF5-85BE-F3A6409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310515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328 B ZIP · 로그 1개
408 B 안전 추출
still_open · waiting 식별
guest healthy 구분
Post #349 · 승인·공개</a:t>
            </a:r>
          </a:p>
        </p:txBody>
      </p:sp>
    </p:spTree>
    <p:extLst>
      <p:ext uri="{BB962C8B-B14F-4D97-AF65-F5344CB8AC3E}">
        <p14:creationId xmlns:p14="http://schemas.microsoft.com/office/powerpoint/2010/main" val="15685888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20199A-455A-44C6-B684-ADC8E6E5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8DA9BE-7D7B-4B92-9498-1F644AE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코드·서버·운영 경계까지 함께 검증했습니다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8ACC329-0E47-4213-94FD-4B5F5AD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5F12C2-37F6-46A8-BF6C-62000E8A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6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186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7660D3-05EE-49F2-8D3B-761C8417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자동화 테스트 PASS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AE1C7E-C970-4E84-B775-B0A0134A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65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01632A-CD3E-4FFA-AF25-9902E9F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Poller 재시도 실패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E440B3-3136-4B45-A243-272CC0EC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62100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65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3%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D92289-F429-4364-987C-7B4AB8EE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1 TB 루트 볼륨 사용률</a:t>
            </a:r>
          </a:p>
        </p:txBody>
      </p:sp>
      <p:sp>
        <p:nvSpPr>
          <p:cNvPr id="10" name="보호 대상 확인-card">
            <a:extLst xmlns:a="http://schemas.openxmlformats.org/drawingml/2006/main">
              <a:ext uri="{FF2B5EF4-FFF2-40B4-BE49-F238E27FC236}">
                <a16:creationId xmlns:a16="http://schemas.microsoft.com/office/drawing/2014/main" id="{0043AEE7-FB8C-48F2-A9E2-2EA7279A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0401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보호 대상 확인-accent">
            <a:extLst xmlns:a="http://schemas.openxmlformats.org/drawingml/2006/main">
              <a:ext uri="{FF2B5EF4-FFF2-40B4-BE49-F238E27FC236}">
                <a16:creationId xmlns:a16="http://schemas.microsoft.com/office/drawing/2014/main" id="{3AFD07A1-53BE-42D7-B42B-EBF299D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02BC54-E9CB-4D4B-8A43-F55278B2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1002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보호 대상 확인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C5F09D-A469-4708-A420-34178EE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100203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GitHub→Chat event-gateway는 재시작·재배포·설정 변경 없이 동일 Container ID와 healthy 상태를 유지했습니다. Gateway·Poller만 새 이미지로 교체했고, 배포 전 소스·Compose·DB 백업을 남겼습니다.</a:t>
            </a:r>
          </a:p>
        </p:txBody>
      </p:sp>
    </p:spTree>
    <p:extLst>
      <p:ext uri="{BB962C8B-B14F-4D97-AF65-F5344CB8AC3E}">
        <p14:creationId xmlns:p14="http://schemas.microsoft.com/office/powerpoint/2010/main" val="18894326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ackground">
            <a:extLst xmlns:a="http://schemas.openxmlformats.org/drawingml/2006/main">
              <a:ext uri="{FF2B5EF4-FFF2-40B4-BE49-F238E27FC236}">
                <a16:creationId xmlns:a16="http://schemas.microsoft.com/office/drawing/2014/main" id="{6057CD0E-D978-4DDF-A7FB-D95D37D4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549F053C-61CE-4AE7-9F33-55F557A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6E35C4-BA0F-4436-9679-C9E7316F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ISSUE #64 · REVIEW READY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09CD68-9C9F-4830-8F2B-293E37C6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답변과 첨부 분석을
공개 전에 검증할 수 있습니다</a:t>
            </a:r>
          </a:p>
        </p:txBody>
      </p:sp>
      <p:sp>
        <p:nvSpPr>
          <p:cNvPr id="5" name="1-card">
            <a:extLst xmlns:a="http://schemas.openxmlformats.org/drawingml/2006/main">
              <a:ext uri="{FF2B5EF4-FFF2-40B4-BE49-F238E27FC236}">
                <a16:creationId xmlns:a16="http://schemas.microsoft.com/office/drawing/2014/main" id="{4A885DE5-820C-4D22-B0A7-C883F30A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3147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1-accent">
            <a:extLst xmlns:a="http://schemas.openxmlformats.org/drawingml/2006/main">
              <a:ext uri="{FF2B5EF4-FFF2-40B4-BE49-F238E27FC236}">
                <a16:creationId xmlns:a16="http://schemas.microsoft.com/office/drawing/2014/main" id="{80262821-ADF9-46E5-983F-610294C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5E23A3-03F5-43C4-9DE4-474B9C2F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933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0A5F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922A49-DC32-4689-9895-66161EF9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933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Chat 링크 정책 승인</a:t>
            </a:r>
          </a:p>
        </p:txBody>
      </p:sp>
      <p:sp>
        <p:nvSpPr>
          <p:cNvPr id="9" name="2-card">
            <a:extLst xmlns:a="http://schemas.openxmlformats.org/drawingml/2006/main">
              <a:ext uri="{FF2B5EF4-FFF2-40B4-BE49-F238E27FC236}">
                <a16:creationId xmlns:a16="http://schemas.microsoft.com/office/drawing/2014/main" id="{21C1E8C8-C073-41A3-83A6-0EB58117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33147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2-accent">
            <a:extLst xmlns:a="http://schemas.openxmlformats.org/drawingml/2006/main">
              <a:ext uri="{FF2B5EF4-FFF2-40B4-BE49-F238E27FC236}">
                <a16:creationId xmlns:a16="http://schemas.microsoft.com/office/drawing/2014/main" id="{284F0FE8-C61B-4D3D-9FFB-048D99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70A5DD-9369-4732-917A-42F9B886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933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4ADE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91DA00-6D42-47A1-B297-98F24BB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933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일반 AI 계정 권한 승인</a:t>
            </a:r>
          </a:p>
        </p:txBody>
      </p:sp>
      <p:sp>
        <p:nvSpPr>
          <p:cNvPr id="13" name="3-card">
            <a:extLst xmlns:a="http://schemas.openxmlformats.org/drawingml/2006/main">
              <a:ext uri="{FF2B5EF4-FFF2-40B4-BE49-F238E27FC236}">
                <a16:creationId xmlns:a16="http://schemas.microsoft.com/office/drawing/2014/main" id="{956BE217-2FC1-4DEA-90A9-296FAF0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3147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78350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3-accent">
            <a:extLst xmlns:a="http://schemas.openxmlformats.org/drawingml/2006/main">
              <a:ext uri="{FF2B5EF4-FFF2-40B4-BE49-F238E27FC236}">
                <a16:creationId xmlns:a16="http://schemas.microsoft.com/office/drawing/2014/main" id="{F56D69DD-A6EE-4E57-A768-6B38A3FF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91C257-0295-405A-9C18-970B175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933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FBBF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BBF2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047BF7-F450-43F2-8C7F-2C3B3A0A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2933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멀티 입력 E2E 결과 승인</a:t>
            </a:r>
          </a:p>
        </p:txBody>
      </p:sp>
    </p:spTree>
    <p:extLst>
      <p:ext uri="{BB962C8B-B14F-4D97-AF65-F5344CB8AC3E}">
        <p14:creationId xmlns:p14="http://schemas.microsoft.com/office/powerpoint/2010/main" val="178570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2026-08-13T02:31:33.5880000Z</dcterms:created>
  <dcterms:modified xsi:type="dcterms:W3CDTF">2026-08-13T02:31:33.5880000Z</dcterms:modified>
</coreProperties>
</file>