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d11d047ecd4860" /><Relationship Type="http://schemas.openxmlformats.org/officeDocument/2006/relationships/extended-properties" Target="/docProps/app.xml" Id="R59ddc585efb44c1a" /><Relationship Type="http://schemas.openxmlformats.org/officeDocument/2006/relationships/officeDocument" Target="/ppt/presentation.xml" Id="Rb5cd7b49a1354d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d0d5943022496e"/>
  </p:sldMasterIdLst>
  <p:notesMasterIdLst>
    <p:notesMasterId xmlns:r="http://schemas.openxmlformats.org/officeDocument/2006/relationships" r:id="Rc2590cdb08174e53"/>
  </p:notesMasterIdLst>
  <p:sldIdLst>
    <p:sldId xmlns:r="http://schemas.openxmlformats.org/officeDocument/2006/relationships" id="256" r:id="R23e41c727d164841"/>
    <p:sldId xmlns:r="http://schemas.openxmlformats.org/officeDocument/2006/relationships" id="257" r:id="R089bc48c92c7432e"/>
    <p:sldId xmlns:r="http://schemas.openxmlformats.org/officeDocument/2006/relationships" id="258" r:id="R37b156bde81e4238"/>
    <p:sldId xmlns:r="http://schemas.openxmlformats.org/officeDocument/2006/relationships" id="259" r:id="Raeb5d2d42cce4aa0"/>
    <p:sldId xmlns:r="http://schemas.openxmlformats.org/officeDocument/2006/relationships" id="260" r:id="R5077d4a1beb4414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800c7569df4320" /><Relationship Type="http://schemas.openxmlformats.org/officeDocument/2006/relationships/slideMaster" Target="/ppt/slideMasters/slideMaster1.xml" Id="R3bd0d5943022496e" /><Relationship Type="http://schemas.openxmlformats.org/officeDocument/2006/relationships/notesMaster" Target="/ppt/notesMasters/notesMaster1.xml" Id="Rc2590cdb08174e53" /><Relationship Type="http://schemas.openxmlformats.org/officeDocument/2006/relationships/presProps" Target="/ppt/presProps.xml" Id="Reb156ec4c6494528" /><Relationship Type="http://schemas.openxmlformats.org/officeDocument/2006/relationships/tableStyles" Target="/ppt/tableStyles.xml" Id="Rad56d9d44e66428c" /><Relationship Type="http://schemas.openxmlformats.org/officeDocument/2006/relationships/slide" Target="/ppt/slides/slide1.xml" Id="R23e41c727d164841" /><Relationship Type="http://schemas.openxmlformats.org/officeDocument/2006/relationships/slide" Target="/ppt/slides/slide2.xml" Id="R089bc48c92c7432e" /><Relationship Type="http://schemas.openxmlformats.org/officeDocument/2006/relationships/slide" Target="/ppt/slides/slide3.xml" Id="R37b156bde81e4238" /><Relationship Type="http://schemas.openxmlformats.org/officeDocument/2006/relationships/slide" Target="/ppt/slides/slide4.xml" Id="Raeb5d2d42cce4aa0" /><Relationship Type="http://schemas.openxmlformats.org/officeDocument/2006/relationships/slide" Target="/ppt/slides/slide5.xml" Id="R5077d4a1beb441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b0b7912a6041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7f8ad8fd2b49dd" /><Relationship Type="http://schemas.openxmlformats.org/officeDocument/2006/relationships/notesMaster" Target="/ppt/notesMasters/notesMaster1.xml" Id="R9163223c572442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181e27094b4d55" /><Relationship Type="http://schemas.openxmlformats.org/officeDocument/2006/relationships/notesMaster" Target="/ppt/notesMasters/notesMaster1.xml" Id="R283f95cae30d44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974ecd2dff46f8" /><Relationship Type="http://schemas.openxmlformats.org/officeDocument/2006/relationships/notesMaster" Target="/ppt/notesMasters/notesMaster1.xml" Id="R96390d76a8614e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d7e4150b5248ff" /><Relationship Type="http://schemas.openxmlformats.org/officeDocument/2006/relationships/notesMaster" Target="/ppt/notesMasters/notesMaster1.xml" Id="R6d6c4ed5cfaa42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a12a5629df4bde" /><Relationship Type="http://schemas.openxmlformats.org/officeDocument/2006/relationships/notesMaster" Target="/ppt/notesMasters/notesMaster1.xml" Id="Ra324ec88dfae41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docs/reports/issue-69-community-auto-publish-kb-validation.md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docs/adr/0010-community-auto-publish-knowledge-base.md</a:t>
            </a:r>
          </a:p>
          <a:p xmlns:a="http://schemas.openxmlformats.org/drawingml/2006/main">
            <a:r>
              <a:t>- docs/plans/issue-69-community-auto-publish-kb-design.md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docs/runbooks/community-conversation.md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docs/reports/issue-69-community-auto-publish-kb-validation.md#3.6</a:t>
            </a:r>
          </a:p>
          <a:p xmlns:a="http://schemas.openxmlformats.org/drawingml/2006/main">
            <a:r>
              <a:t>- https://community.ablecloud.io/d/167/383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docs/reports/issue-69-community-auto-publish-kb-validation.md#6</a:t>
            </a:r>
          </a:p>
          <a:p xmlns:a="http://schemas.openxmlformats.org/drawingml/2006/main">
            <a:r>
              <a:t>- docs/reports/issue-69-community-auto-publish-kb-validation.md#7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82472c091c47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56c103bfeb4bd4" /><Relationship Type="http://schemas.openxmlformats.org/officeDocument/2006/relationships/slideLayout" Target="/ppt/slideLayouts/slideLayout1.xml" Id="R0130eedaf25448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30eedaf25448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e9c7ef0a4d4abf" /><Relationship Type="http://schemas.openxmlformats.org/officeDocument/2006/relationships/notesSlide" Target="/ppt/notesSlides/notesSlide1.xml" Id="Ra1d5c3015ea44a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b7de19e730472c" /><Relationship Type="http://schemas.openxmlformats.org/officeDocument/2006/relationships/notesSlide" Target="/ppt/notesSlides/notesSlide2.xml" Id="Re1e606efdc924c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eb06df329d4931" /><Relationship Type="http://schemas.openxmlformats.org/officeDocument/2006/relationships/notesSlide" Target="/ppt/notesSlides/notesSlide3.xml" Id="R1474d14246fa41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1c58f4130d4889" /><Relationship Type="http://schemas.openxmlformats.org/officeDocument/2006/relationships/notesSlide" Target="/ppt/notesSlides/notesSlide4.xml" Id="R79482e7f044e42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3455452bb2477d" /><Relationship Type="http://schemas.openxmlformats.org/officeDocument/2006/relationships/notesSlide" Target="/ppt/notesSlides/notesSlide5.xml" Id="R38fd3efa27ea4e6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ackground">
            <a:extLst xmlns:a="http://schemas.openxmlformats.org/drawingml/2006/main">
              <a:ext uri="{FF2B5EF4-FFF2-40B4-BE49-F238E27FC236}">
                <a16:creationId xmlns:a16="http://schemas.microsoft.com/office/drawing/2014/main" id="{5751AFB7-E0D2-40D3-82B7-224E2AE2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cover">
            <a:extLst xmlns:a="http://schemas.openxmlformats.org/drawingml/2006/main">
              <a:ext uri="{FF2B5EF4-FFF2-40B4-BE49-F238E27FC236}">
                <a16:creationId xmlns:a16="http://schemas.microsoft.com/office/drawing/2014/main" id="{0CEA71A9-9EE7-4144-8035-9088C039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>
            <a:noFill/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00B0FA8-422D-4227-AFB9-4C60A150B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6096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>
                <a:solidFill>
                  <a:srgbClr val="38BDF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8BDF8"/>
                </a:solidFill>
                <a:latin typeface="Malgun Gothic"/>
                <a:ea typeface="Malgun Gothic"/>
                <a:cs typeface="Malgun Gothic"/>
              </a:rPr>
              <a:t>ABLESTACK TECHFLOW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087C10D-A38F-4880-A3ED-0F82759B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477500" cy="182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35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Community 자동 답변과
최종 솔루션 Knowledge Base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8B08DFA-389F-4151-BD43-8BE7EFBC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9810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>
                <a:solidFill>
                  <a:srgbClr val="CBD5E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CBD5E1"/>
                </a:solidFill>
                <a:latin typeface="Malgun Gothic"/>
                <a:ea typeface="Malgun Gothic"/>
                <a:cs typeface="Malgun Gothic"/>
              </a:rPr>
              <a:t>승인 대기 제거 · 쉬운 대화 · KB 최종 솔루션</a:t>
            </a:r>
          </a:p>
        </p:txBody>
      </p:sp>
      <p:sp>
        <p:nvSpPr>
          <p:cNvPr id="6" name="result">
            <a:extLst xmlns:a="http://schemas.openxmlformats.org/drawingml/2006/main">
              <a:ext uri="{FF2B5EF4-FFF2-40B4-BE49-F238E27FC236}">
                <a16:creationId xmlns:a16="http://schemas.microsoft.com/office/drawing/2014/main" id="{474E6E5D-B218-45DD-9557-DAE147AC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9650"/>
            <a:ext cx="4191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1825393-A97E-4DC3-B9C4-35B409EF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33950"/>
            <a:ext cx="38481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 Gateway 0.14.5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12A0B7A-86CA-45B6-AB38-BD0F5D05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115050"/>
            <a:ext cx="3714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9077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Issue #69 · 2026-08-14</a:t>
            </a:r>
          </a:p>
        </p:txBody>
      </p:sp>
    </p:spTree>
    <p:extLst>
      <p:ext uri="{BB962C8B-B14F-4D97-AF65-F5344CB8AC3E}">
        <p14:creationId xmlns:p14="http://schemas.microsoft.com/office/powerpoint/2010/main" val="116612726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background">
            <a:extLst xmlns:a="http://schemas.openxmlformats.org/drawingml/2006/main">
              <a:ext uri="{FF2B5EF4-FFF2-40B4-BE49-F238E27FC236}">
                <a16:creationId xmlns:a16="http://schemas.microsoft.com/office/drawing/2014/main" id="{059DAFFE-53CB-4806-88EE-5DBC8741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8599CE9-B0EA-4DC4-8D39-2F06EFCA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572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진행 답변과 최종 지식 문서를 분리했습니다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7AF7C4D-5116-43EF-A55E-2F0A9F3E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594A7167-2449-4B34-BF12-92BEB3F66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3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7716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5" name="before">
            <a:extLst xmlns:a="http://schemas.openxmlformats.org/drawingml/2006/main">
              <a:ext uri="{FF2B5EF4-FFF2-40B4-BE49-F238E27FC236}">
                <a16:creationId xmlns:a16="http://schemas.microsoft.com/office/drawing/2014/main" id="{31ED59C9-A232-41E4-83BD-517DD11A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F23068C-3FCD-4CB8-9A50-573254D4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66900"/>
            <a:ext cx="2686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9716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>
                <a:solidFill>
                  <a:srgbClr val="B91C1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B91C1C"/>
                </a:solidFill>
                <a:latin typeface="Malgun Gothic"/>
                <a:ea typeface="Malgun Gothic"/>
                <a:cs typeface="Malgun Gothic"/>
              </a:rPr>
              <a:t>이전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053D27A-F96A-41C5-B25E-68C7305A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2686050" cy="17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고정 5개 섹션
관리자 승인 대기
Chat 승인 명령
답변 지연</a:t>
            </a:r>
          </a:p>
        </p:txBody>
      </p:sp>
      <p:cxnSp>
        <p:nvCxnSpPr>
          <p:cNvPr id="24" name="arrow-418-340"/>
          <p:cNvCxnSpPr/>
          <p:nvPr/>
        </p:nvCxnSpPr>
        <p:spPr>
          <a:xfrm xmlns:a="http://schemas.openxmlformats.org/drawingml/2006/main">
            <a:off x="3981450" y="3238500"/>
            <a:ext cx="8763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sp>
        <p:nvSpPr>
          <p:cNvPr id="9" name="ongoing">
            <a:extLst xmlns:a="http://schemas.openxmlformats.org/drawingml/2006/main">
              <a:ext uri="{FF2B5EF4-FFF2-40B4-BE49-F238E27FC236}">
                <a16:creationId xmlns:a16="http://schemas.microsoft.com/office/drawing/2014/main" id="{53FC607F-9BE4-4272-8004-167B7A9C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657350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0744C8F-038D-4676-ABD4-1F7B6D4B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66900"/>
            <a:ext cx="2686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9716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진행 중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7E8400E-F05B-44C5-B481-E421A919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76500"/>
            <a:ext cx="2686050" cy="17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해결책과 CLI 우선
명령은 코드 블록
모든 사람의 후속 질문
반복 답변 게시 차단</a:t>
            </a:r>
          </a:p>
        </p:txBody>
      </p:sp>
      <p:cxnSp>
        <p:nvCxnSpPr>
          <p:cNvPr id="28" name="arrow-892-340"/>
          <p:cNvCxnSpPr/>
          <p:nvPr/>
        </p:nvCxnSpPr>
        <p:spPr>
          <a:xfrm xmlns:a="http://schemas.openxmlformats.org/drawingml/2006/main">
            <a:off x="8496300" y="3238500"/>
            <a:ext cx="8763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sp>
        <p:nvSpPr>
          <p:cNvPr id="13" name="final">
            <a:extLst xmlns:a="http://schemas.openxmlformats.org/drawingml/2006/main">
              <a:ext uri="{FF2B5EF4-FFF2-40B4-BE49-F238E27FC236}">
                <a16:creationId xmlns:a16="http://schemas.microsoft.com/office/drawing/2014/main" id="{A412C802-4F30-42FA-B5E9-3FC129B7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57350"/>
            <a:ext cx="1981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D412DFB-E061-4769-94BD-8006E98B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866900"/>
            <a:ext cx="1714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9716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>
                <a:solidFill>
                  <a:srgbClr val="1580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5803D"/>
                </a:solidFill>
                <a:latin typeface="Malgun Gothic"/>
                <a:ea typeface="Malgun Gothic"/>
                <a:cs typeface="Malgun Gothic"/>
              </a:rPr>
              <a:t>해결 후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C4871B6-C6AB-47A8-87F6-4D79C9E1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647950"/>
            <a:ext cx="1714500" cy="135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9998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선택 답변 중심
Knowledge Base
최종 솔루션 지정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966C663-C66D-4B3F-98AB-3432A78A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19700"/>
            <a:ext cx="98298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Chat은 게시·실패·KB 최종 지정 상태를 관찰합니다</a:t>
            </a:r>
          </a:p>
        </p:txBody>
      </p:sp>
    </p:spTree>
    <p:extLst>
      <p:ext uri="{BB962C8B-B14F-4D97-AF65-F5344CB8AC3E}">
        <p14:creationId xmlns:p14="http://schemas.microsoft.com/office/powerpoint/2010/main" val="16694831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background">
            <a:extLst xmlns:a="http://schemas.openxmlformats.org/drawingml/2006/main">
              <a:ext uri="{FF2B5EF4-FFF2-40B4-BE49-F238E27FC236}">
                <a16:creationId xmlns:a16="http://schemas.microsoft.com/office/drawing/2014/main" id="{E08E1DD9-5788-487A-8087-32B4C8D3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D151613-B2FA-438A-A922-16C93E1E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572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질문부터 최종 솔루션까지 한 Conversation으로 이어집니다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D35AA78-F2BB-43F0-B82D-2154AAB9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02E397BE-B865-41D5-A696-92DC9279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3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7716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cxnSp>
        <p:nvCxnSpPr>
          <p:cNvPr id="30" name="arrow-272-320"/>
          <p:cNvCxnSpPr/>
          <p:nvPr/>
        </p:nvCxnSpPr>
        <p:spPr>
          <a:xfrm xmlns:a="http://schemas.openxmlformats.org/drawingml/2006/main">
            <a:off x="2590800" y="3048000"/>
            <a:ext cx="43815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sp>
        <p:nvSpPr>
          <p:cNvPr id="6" name="flow-0">
            <a:extLst xmlns:a="http://schemas.openxmlformats.org/drawingml/2006/main">
              <a:ext uri="{FF2B5EF4-FFF2-40B4-BE49-F238E27FC236}">
                <a16:creationId xmlns:a16="http://schemas.microsoft.com/office/drawing/2014/main" id="{0B495B55-DA26-446E-BA0D-4CEFE911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20574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4326F5A-6549-4B9A-83CE-489C9CE5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33600"/>
            <a:ext cx="7239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850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A70076C-CDDA-4B09-9D4F-21FD187B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17526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질문·첨부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8A68BB0-152C-4F08-ADA5-A0542C89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14700"/>
            <a:ext cx="17526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모든 참여자
첨부 자료</a:t>
            </a:r>
          </a:p>
        </p:txBody>
      </p:sp>
      <p:cxnSp>
        <p:nvCxnSpPr>
          <p:cNvPr id="35" name="arrow-540-320"/>
          <p:cNvCxnSpPr/>
          <p:nvPr/>
        </p:nvCxnSpPr>
        <p:spPr>
          <a:xfrm xmlns:a="http://schemas.openxmlformats.org/drawingml/2006/main">
            <a:off x="5143500" y="3048000"/>
            <a:ext cx="43815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sp>
        <p:nvSpPr>
          <p:cNvPr id="11" name="flow-1">
            <a:extLst xmlns:a="http://schemas.openxmlformats.org/drawingml/2006/main">
              <a:ext uri="{FF2B5EF4-FFF2-40B4-BE49-F238E27FC236}">
                <a16:creationId xmlns:a16="http://schemas.microsoft.com/office/drawing/2014/main" id="{17AD9708-9934-4406-8005-211F7450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52625"/>
            <a:ext cx="20574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1806951-0944-45FD-88CE-775D507B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133600"/>
            <a:ext cx="7239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850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4F13A78-9948-4FDB-B701-7B9A7859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81300"/>
            <a:ext cx="17526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자동 답변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45BFD02-EDA3-4547-9EC0-B78CA5C0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314700"/>
            <a:ext cx="17526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쉬운 설명
CLI 코드 블록</a:t>
            </a:r>
          </a:p>
        </p:txBody>
      </p:sp>
      <p:cxnSp>
        <p:nvCxnSpPr>
          <p:cNvPr id="40" name="arrow-808-320"/>
          <p:cNvCxnSpPr/>
          <p:nvPr/>
        </p:nvCxnSpPr>
        <p:spPr>
          <a:xfrm xmlns:a="http://schemas.openxmlformats.org/drawingml/2006/main">
            <a:off x="7696200" y="3048000"/>
            <a:ext cx="43815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sp>
        <p:nvSpPr>
          <p:cNvPr id="16" name="flow-2">
            <a:extLst xmlns:a="http://schemas.openxmlformats.org/drawingml/2006/main">
              <a:ext uri="{FF2B5EF4-FFF2-40B4-BE49-F238E27FC236}">
                <a16:creationId xmlns:a16="http://schemas.microsoft.com/office/drawing/2014/main" id="{275B2BC9-8C7E-43B8-8A67-F77E6B94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952625"/>
            <a:ext cx="20574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E5D55631-917A-49D3-8372-61674419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33600"/>
            <a:ext cx="7239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850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74A23FF-6D0B-49E2-8C49-124D8306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781300"/>
            <a:ext cx="17526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해결 선택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FFBEADD-005C-4306-8F7E-E3C47E26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314700"/>
            <a:ext cx="17526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질문자가
답변 선택</a:t>
            </a:r>
          </a:p>
        </p:txBody>
      </p:sp>
      <p:sp>
        <p:nvSpPr>
          <p:cNvPr id="20" name="flow-3">
            <a:extLst xmlns:a="http://schemas.openxmlformats.org/drawingml/2006/main">
              <a:ext uri="{FF2B5EF4-FFF2-40B4-BE49-F238E27FC236}">
                <a16:creationId xmlns:a16="http://schemas.microsoft.com/office/drawing/2014/main" id="{A840C3AB-9414-4D77-AD1D-B26B37E4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52625"/>
            <a:ext cx="20574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9B87075-F5E4-440D-998F-8C0AA8EC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33600"/>
            <a:ext cx="7239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850">
                <a:solidFill>
                  <a:srgbClr val="15803D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5803D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643B084-21F7-410C-A369-3E61A65E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81300"/>
            <a:ext cx="17526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KB·최종 지정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8FC9BF0D-5121-4489-AF03-66A44ADC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14700"/>
            <a:ext cx="17526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KB 게시 후
솔루션 확정</a:t>
            </a:r>
          </a:p>
        </p:txBody>
      </p:sp>
      <p:sp>
        <p:nvSpPr>
          <p:cNvPr id="24" name="chat">
            <a:extLst xmlns:a="http://schemas.openxmlformats.org/drawingml/2006/main">
              <a:ext uri="{FF2B5EF4-FFF2-40B4-BE49-F238E27FC236}">
                <a16:creationId xmlns:a16="http://schemas.microsoft.com/office/drawing/2014/main" id="{A7ED1F10-079B-4386-B080-56BA7464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62500"/>
            <a:ext cx="9410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3071592F-4741-41B8-A9D7-DCE0F8C7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953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Chat Bot → 담당자에게 상태와 Community 원문 링크 알림</a:t>
            </a:r>
          </a:p>
        </p:txBody>
      </p:sp>
    </p:spTree>
    <p:extLst>
      <p:ext uri="{BB962C8B-B14F-4D97-AF65-F5344CB8AC3E}">
        <p14:creationId xmlns:p14="http://schemas.microsoft.com/office/powerpoint/2010/main" val="162664610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88C17C4-2591-463F-8BB2-C3E3FD47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4C44A32-C6D9-4214-B0BF-3FED0981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572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Discussion #167의 4,000자 입력 오류를 복구했습니다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6C53D10-A550-483F-BA64-6011AA9EE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B3A44364-CC73-415A-A371-DDD3A8939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3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7716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5A9E360-5B5B-436D-8010-96EC4B34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2381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300">
                <a:solidFill>
                  <a:srgbClr val="B91C1C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B91C1C"/>
                </a:solidFill>
                <a:latin typeface="Malgun Gothic"/>
                <a:ea typeface="Malgun Gothic"/>
                <a:cs typeface="Malgun Gothic"/>
              </a:rPr>
              <a:t>오류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4787956-DD67-4CF9-8237-387105F1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381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Post #382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E0DCAE6-C4E2-45C5-8E23-FE7780A0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23812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누적 대화 4,000자
Activepieces HTTP 500</a:t>
            </a:r>
          </a:p>
        </p:txBody>
      </p:sp>
      <p:sp>
        <p:nvSpPr>
          <p:cNvPr id="8" name="divider-1">
            <a:extLst xmlns:a="http://schemas.openxmlformats.org/drawingml/2006/main">
              <a:ext uri="{FF2B5EF4-FFF2-40B4-BE49-F238E27FC236}">
                <a16:creationId xmlns:a16="http://schemas.microsoft.com/office/drawing/2014/main" id="{F349A14F-C1BA-45FB-9143-40EF4C7C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19250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E0F96E8-9787-4A64-9D09-83645291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95450"/>
            <a:ext cx="2381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300">
                <a:solidFill>
                  <a:srgbClr val="B45309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7D3146D-3AD7-41F9-B398-D6EF4E07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71750"/>
            <a:ext cx="2381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ValidationError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DA16AF6-9BCD-4412-8592-D4D60E58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81350"/>
            <a:ext cx="23812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검색 키워드와
재작성 지침을 뒤에 추가</a:t>
            </a:r>
          </a:p>
        </p:txBody>
      </p:sp>
      <p:sp>
        <p:nvSpPr>
          <p:cNvPr id="12" name="divider-2">
            <a:extLst xmlns:a="http://schemas.openxmlformats.org/drawingml/2006/main">
              <a:ext uri="{FF2B5EF4-FFF2-40B4-BE49-F238E27FC236}">
                <a16:creationId xmlns:a16="http://schemas.microsoft.com/office/drawing/2014/main" id="{248DFBE1-FB03-4A70-8F2C-7548F7D3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619250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98D6E1E-33CD-4E63-BA79-6F3D9E2F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95450"/>
            <a:ext cx="2381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300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수정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C25AC1D-82C1-4F40-BA05-4E5F4AC0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71750"/>
            <a:ext cx="2381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공간 선예약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39BAF28-207D-4808-B697-2376DE08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81350"/>
            <a:ext cx="23812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부가 지침 길이를 빼고
대화 본문을 4,000자
안에 맞춤</a:t>
            </a:r>
          </a:p>
        </p:txBody>
      </p:sp>
      <p:sp>
        <p:nvSpPr>
          <p:cNvPr id="16" name="divider-3">
            <a:extLst xmlns:a="http://schemas.openxmlformats.org/drawingml/2006/main">
              <a:ext uri="{FF2B5EF4-FFF2-40B4-BE49-F238E27FC236}">
                <a16:creationId xmlns:a16="http://schemas.microsoft.com/office/drawing/2014/main" id="{0B8DE827-49D1-44D6-8521-4C8A3905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619250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E0998317-2579-4A90-A03A-E3F26A13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866900"/>
            <a:ext cx="1143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000">
                <a:solidFill>
                  <a:srgbClr val="15803D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803D"/>
                </a:solidFill>
                <a:latin typeface="Malgun Gothic"/>
                <a:ea typeface="Malgun Gothic"/>
                <a:cs typeface="Malgun Gothic"/>
              </a:rPr>
              <a:t>#383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17DEBCD-A02D-432C-A2BE-C6F0C65B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724150"/>
            <a:ext cx="13716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HTTP 201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0A0D582-6EE8-47FF-89D3-42FEDD2B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38550"/>
            <a:ext cx="1143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850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227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248F462-C089-41A7-A8A1-77C7D443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362450"/>
            <a:ext cx="13716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전체 시험 통과</a:t>
            </a:r>
          </a:p>
        </p:txBody>
      </p:sp>
    </p:spTree>
    <p:extLst>
      <p:ext uri="{BB962C8B-B14F-4D97-AF65-F5344CB8AC3E}">
        <p14:creationId xmlns:p14="http://schemas.microsoft.com/office/powerpoint/2010/main" val="11613149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ackground">
            <a:extLst xmlns:a="http://schemas.openxmlformats.org/drawingml/2006/main">
              <a:ext uri="{FF2B5EF4-FFF2-40B4-BE49-F238E27FC236}">
                <a16:creationId xmlns:a16="http://schemas.microsoft.com/office/drawing/2014/main" id="{FA263E87-C2EF-4CC8-82D3-B8A543E3A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closing">
            <a:extLst xmlns:a="http://schemas.openxmlformats.org/drawingml/2006/main">
              <a:ext uri="{FF2B5EF4-FFF2-40B4-BE49-F238E27FC236}">
                <a16:creationId xmlns:a16="http://schemas.microsoft.com/office/drawing/2014/main" id="{7FFAA82A-40B5-42E8-88AE-ACB7A765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>
            <a:noFill/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786087E-2563-4EB1-99ED-C57719A2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2476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>
                <a:solidFill>
                  <a:srgbClr val="38BDF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8BDF8"/>
                </a:solidFill>
                <a:latin typeface="Malgun Gothic"/>
                <a:ea typeface="Malgun Gothic"/>
                <a:cs typeface="Malgun Gothic"/>
              </a:rPr>
              <a:t>완료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50D866B-2212-4881-9319-7AD00A2A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477500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05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사용자는 바로 답을 받고,
검증된 KB가 최종 솔루션이 됩니다</a:t>
            </a:r>
          </a:p>
        </p:txBody>
      </p:sp>
      <p:sp>
        <p:nvSpPr>
          <p:cNvPr id="5" name="left-rule">
            <a:extLst xmlns:a="http://schemas.openxmlformats.org/drawingml/2006/main">
              <a:ext uri="{FF2B5EF4-FFF2-40B4-BE49-F238E27FC236}">
                <a16:creationId xmlns:a16="http://schemas.microsoft.com/office/drawing/2014/main" id="{8F34661E-9BAA-4641-B5A3-082AF3C9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190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AFBF89B-D375-4AA5-8558-2F1C3A2E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9810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 Gateway 0.14.5 · OpenAI · 긴 대화 입력 상한 보호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7AD21C3-4599-477A-8065-0AEC0CF6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9810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>
                <a:solidFill>
                  <a:srgbClr val="CBD5E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CBD5E1"/>
                </a:solidFill>
                <a:latin typeface="Malgun Gothic"/>
                <a:ea typeface="Malgun Gothic"/>
                <a:cs typeface="Malgun Gothic"/>
              </a:rPr>
              <a:t>Process · Database · Vector ready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9760DFA-A05E-4072-ABA0-A5FA4555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9810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>
                <a:solidFill>
                  <a:srgbClr val="CBD5E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CBD5E1"/>
                </a:solidFill>
                <a:latin typeface="Malgun Gothic"/>
                <a:ea typeface="Malgun Gothic"/>
                <a:cs typeface="Malgun Gothic"/>
              </a:rPr>
              <a:t>전체 DB 백업 · 루트 여유 921 GB · 보호 서비스 무변경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DDFBFB7-A190-42E0-AE6B-7EB738B0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115050"/>
            <a:ext cx="5048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normAutofit fontScale="9077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PR #65는 구현 검토를 위해 Draft 상태를 유지합니다</a:t>
            </a:r>
          </a:p>
        </p:txBody>
      </p:sp>
    </p:spTree>
    <p:extLst>
      <p:ext uri="{BB962C8B-B14F-4D97-AF65-F5344CB8AC3E}">
        <p14:creationId xmlns:p14="http://schemas.microsoft.com/office/powerpoint/2010/main" val="5368636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2026-08-14T04:22:38.8780000Z</dcterms:created>
  <dcterms:modified xsi:type="dcterms:W3CDTF">2026-08-14T04:22:38.8780000Z</dcterms:modified>
</coreProperties>
</file>