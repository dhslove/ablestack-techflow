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1ab11b6fc541bb" /><Relationship Type="http://schemas.openxmlformats.org/officeDocument/2006/relationships/extended-properties" Target="/docProps/app.xml" Id="Rdb381eb15465418d" /><Relationship Type="http://schemas.openxmlformats.org/officeDocument/2006/relationships/officeDocument" Target="/ppt/presentation.xml" Id="Rc21c187095414c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9eb424901943d8"/>
  </p:sldMasterIdLst>
  <p:notesMasterIdLst>
    <p:notesMasterId xmlns:r="http://schemas.openxmlformats.org/officeDocument/2006/relationships" r:id="R9d08db37ad8340ac"/>
  </p:notesMasterIdLst>
  <p:sldIdLst>
    <p:sldId xmlns:r="http://schemas.openxmlformats.org/officeDocument/2006/relationships" id="256" r:id="R9adafd37c1874bc6"/>
    <p:sldId xmlns:r="http://schemas.openxmlformats.org/officeDocument/2006/relationships" id="257" r:id="R246251d0b07f4b0c"/>
    <p:sldId xmlns:r="http://schemas.openxmlformats.org/officeDocument/2006/relationships" id="258" r:id="Ree923ec289bc4562"/>
    <p:sldId xmlns:r="http://schemas.openxmlformats.org/officeDocument/2006/relationships" id="259" r:id="R2e2aff3b7c824b07"/>
    <p:sldId xmlns:r="http://schemas.openxmlformats.org/officeDocument/2006/relationships" id="260" r:id="R6ef3ab29275647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1983b5b327491b" /><Relationship Type="http://schemas.openxmlformats.org/officeDocument/2006/relationships/slideMaster" Target="/ppt/slideMasters/slideMaster1.xml" Id="R2e9eb424901943d8" /><Relationship Type="http://schemas.openxmlformats.org/officeDocument/2006/relationships/notesMaster" Target="/ppt/notesMasters/notesMaster1.xml" Id="R9d08db37ad8340ac" /><Relationship Type="http://schemas.openxmlformats.org/officeDocument/2006/relationships/presProps" Target="/ppt/presProps.xml" Id="Rf63c0d712ebb4ab6" /><Relationship Type="http://schemas.openxmlformats.org/officeDocument/2006/relationships/tableStyles" Target="/ppt/tableStyles.xml" Id="R17e61c92ea4f4522" /><Relationship Type="http://schemas.openxmlformats.org/officeDocument/2006/relationships/slide" Target="/ppt/slides/slide1.xml" Id="R9adafd37c1874bc6" /><Relationship Type="http://schemas.openxmlformats.org/officeDocument/2006/relationships/slide" Target="/ppt/slides/slide2.xml" Id="R246251d0b07f4b0c" /><Relationship Type="http://schemas.openxmlformats.org/officeDocument/2006/relationships/slide" Target="/ppt/slides/slide3.xml" Id="Ree923ec289bc4562" /><Relationship Type="http://schemas.openxmlformats.org/officeDocument/2006/relationships/slide" Target="/ppt/slides/slide4.xml" Id="R2e2aff3b7c824b07" /><Relationship Type="http://schemas.openxmlformats.org/officeDocument/2006/relationships/slide" Target="/ppt/slides/slide5.xml" Id="R6ef3ab29275647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ce891b4a2a42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d6ff2189fe4336" /><Relationship Type="http://schemas.openxmlformats.org/officeDocument/2006/relationships/notesMaster" Target="/ppt/notesMasters/notesMaster1.xml" Id="Ra00e39a83ca345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547315910845bd" /><Relationship Type="http://schemas.openxmlformats.org/officeDocument/2006/relationships/notesMaster" Target="/ppt/notesMasters/notesMaster1.xml" Id="R7aa2d25404834f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7b7a2fd65b47e7" /><Relationship Type="http://schemas.openxmlformats.org/officeDocument/2006/relationships/notesMaster" Target="/ppt/notesMasters/notesMaster1.xml" Id="Rb61857936d2346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f7431160f44257" /><Relationship Type="http://schemas.openxmlformats.org/officeDocument/2006/relationships/notesMaster" Target="/ppt/notesMasters/notesMaster1.xml" Id="Rd1be9ea6544745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c892ac9bcb48a3" /><Relationship Type="http://schemas.openxmlformats.org/officeDocument/2006/relationships/notesMaster" Target="/ppt/notesMasters/notesMaster1.xml" Id="Ra24c48bace0540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</a:t>
            </a:r>
          </a:p>
          <a:p xmlns:a="http://schemas.openxmlformats.org/drawingml/2006/main">
            <a:r>
              <a:t>- https://community.ablecloud.io/d/164</a:t>
            </a:r>
          </a:p>
          <a:p xmlns:a="http://schemas.openxmlformats.org/drawingml/2006/main">
            <a:r>
              <a:t>- https://community.ablecloud.io/d/165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fe8c19e654c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9a3a3488e74d01" /><Relationship Type="http://schemas.openxmlformats.org/officeDocument/2006/relationships/slideLayout" Target="/ppt/slideLayouts/slideLayout1.xml" Id="Rbb1bd9045d7449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1bd9045d7449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c19a337204e1e" /><Relationship Type="http://schemas.openxmlformats.org/officeDocument/2006/relationships/notesSlide" Target="/ppt/notesSlides/notesSlide1.xml" Id="R225508288d934f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af9b181f9472a" /><Relationship Type="http://schemas.openxmlformats.org/officeDocument/2006/relationships/notesSlide" Target="/ppt/notesSlides/notesSlide2.xml" Id="R51dd173befaa41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171cd17484083" /><Relationship Type="http://schemas.openxmlformats.org/officeDocument/2006/relationships/notesSlide" Target="/ppt/notesSlides/notesSlide3.xml" Id="R3393bbba87cb45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155d2520741c6" /><Relationship Type="http://schemas.openxmlformats.org/officeDocument/2006/relationships/notesSlide" Target="/ppt/notesSlides/notesSlide4.xml" Id="R0c15c8ef041d40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a70e7f94646c1" /><Relationship Type="http://schemas.openxmlformats.org/officeDocument/2006/relationships/notesSlide" Target="/ppt/notesSlides/notesSlide5.xml" Id="Rd7ebc9a1e284432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EB77BD-1B06-423C-A879-9EC715B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2E8F6017-EFEA-473F-BF5A-D6FD62AB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B037654-4AB6-42E0-ADD5-65B7A9D7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18C622F-295F-4E58-A896-D2A355C2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해결 기반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DE68AF-3D8C-4715-8EAD-E815D3FD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해결 후 최종 문서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C203A577-9931-4DAE-8508-2DC54A32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85858AA-4EDA-4A76-8FDA-19057453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CBA838-7447-46E7-BA8E-CC04D5AB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2026-08-13</a:t>
            </a:r>
          </a:p>
        </p:txBody>
      </p:sp>
    </p:spTree>
    <p:extLst>
      <p:ext uri="{BB962C8B-B14F-4D97-AF65-F5344CB8AC3E}">
        <p14:creationId xmlns:p14="http://schemas.microsoft.com/office/powerpoint/2010/main" val="17090815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F97F877D-B0E0-4FC4-A34F-A75D181B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EE5B864-8449-469A-9D12-6A7F2407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55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매 답변을 문서처럼 승인하던 방식을 대화와 최종 문서로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3224C42-D395-497D-8080-AC4298F2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CF060C-8142-4DDC-8DF5-48EDDF42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679E21FA-BA4E-4373-90F1-96CBF10D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A60BDCE-35E6-458E-A589-5E84766F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356473-2E0D-440A-9CB2-E29C865C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24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9FCDB460-47C1-4636-9D14-B29FDB51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01EB7C0-6526-4F1C-9F60-275C1CD9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052B5B4-2EA7-446A-B898-62FD5DFB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친절한 엔지니어 설명
즉시 자동 공개
필요 정보만 요청
같은 맥락 유지</a:t>
            </a:r>
          </a:p>
        </p:txBody>
      </p:sp>
      <p:cxnSp>
        <p:nvCxnSpPr>
          <p:cNvPr id="28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9A3A0BAD-D811-4A47-9E47-E93F9DDF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505C2E7-A1D4-4CD8-B418-F8957527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16C26C3-2D1B-43A0-8595-6396C39C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한 번만 게시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54CE6CB-C107-4908-BA9F-723A6BBC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승인 대신 게시·실패·KB 생성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2144503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0C08BB-ABC6-45D5-98CC-342603CE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5725F0-3D40-4861-81A9-068E1339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해결 문서까지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02D053E-F5BA-4C2D-B65F-2BA26F4F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236D624-815D-4897-832C-249BD36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3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5DE7AF17-5EDC-4A26-8287-B93FFEB4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CB0DD06-E5E2-4CCC-9700-042D5291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4BE2CC5-B041-4157-8B2F-2F912F09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09A310D-B7C1-4A3D-81B9-D8057F21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텍스트·이미지
로그·압축</a:t>
            </a:r>
          </a:p>
        </p:txBody>
      </p:sp>
      <p:cxnSp>
        <p:nvCxnSpPr>
          <p:cNvPr id="3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F4647632-46AC-4DC3-BAA4-82260BE3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3FFC508-7E90-4A5E-BC4F-275F118C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B9627DB-E7B1-4C68-A5F0-E2456F4A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B0B0DC1-B1CC-4E76-B6F7-6D492A07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다음 행동</a:t>
            </a:r>
          </a:p>
        </p:txBody>
      </p:sp>
      <p:cxnSp>
        <p:nvCxnSpPr>
          <p:cNvPr id="4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1A7A4F95-58CB-45D0-9F31-14A616D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4DA8743-FA00-4ABB-949E-63718F8F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8FFE5EE-DF90-4B69-A0DB-E31E460C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Best Answer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EC2E563-F2EF-4CBF-8493-B22F1278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해결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CCE3C432-8194-42F8-B1CB-4AAD68D3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3B305D1-8755-40E9-A1AD-0370D0C2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07349FD-B4A1-4905-8062-26A926DB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31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Knowledge Base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0EC6C9C-127A-4982-AFFF-CC79B7C9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증상·원인
해결·버전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E2FE6E61-6AF3-46FF-A576-42B266ED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CDD8D55-6AAD-4E73-A6A8-3BF46E1C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8212106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ackground">
            <a:extLst xmlns:a="http://schemas.openxmlformats.org/drawingml/2006/main">
              <a:ext uri="{FF2B5EF4-FFF2-40B4-BE49-F238E27FC236}">
                <a16:creationId xmlns:a16="http://schemas.microsoft.com/office/drawing/2014/main" id="{988E4A23-4A7E-4ABF-8246-3677A179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C7C99A6-C422-4ACF-B310-E2147113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실제 Community에서 자동 답변과 KB 게시를 확인했습니다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F0D2535-60AD-42B3-8C69-6075A3B0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28118C-6C0A-40FA-B852-E932F92D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D932AE5-F347-419B-B635-D1DE7D6A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AB3D66-CA5D-4DB0-A775-120D23DA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기존 문서형 답변 전환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CAE3D59-C74A-4C3E-BF78-1D1F022C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125D75-DECB-4EAA-BDBE-4238E4C0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실제 후속 자동 답변
Post #365</a:t>
            </a:r>
          </a:p>
        </p:txBody>
      </p:sp>
      <p:sp>
        <p:nvSpPr>
          <p:cNvPr id="9" name="divider-1">
            <a:extLst xmlns:a="http://schemas.openxmlformats.org/drawingml/2006/main">
              <a:ext uri="{FF2B5EF4-FFF2-40B4-BE49-F238E27FC236}">
                <a16:creationId xmlns:a16="http://schemas.microsoft.com/office/drawing/2014/main" id="{3DC563AE-2483-4EFD-AA1A-DBB4BE5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1ABD19C-AA9E-47C1-A5ED-700548E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A3F8922-4DF6-4F79-8EFC-EBB32D09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80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근거 부족도 빈 답변 없음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40548D0-F123-421A-A612-C31CC883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#367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547112D-66C6-403A-A8D1-EB6B7877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버전·시각·로그 요청
승인 없이 공개</a:t>
            </a:r>
          </a:p>
        </p:txBody>
      </p:sp>
      <p:sp>
        <p:nvSpPr>
          <p:cNvPr id="14" name="divider-2">
            <a:extLst xmlns:a="http://schemas.openxmlformats.org/drawingml/2006/main">
              <a:ext uri="{FF2B5EF4-FFF2-40B4-BE49-F238E27FC236}">
                <a16:creationId xmlns:a16="http://schemas.microsoft.com/office/drawing/2014/main" id="{0507251C-6526-46EE-AC02-1C2768D8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ED8CF36-9EA0-48B7-A91A-F564795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KB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1855053-903C-4862-AE76-E1F0E3D9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Post #367 중심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7853242-DF26-4709-93B2-A9F85B19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#368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47677FF-38AA-4BA5-B0C0-6202945B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Version 1 유지
중복 게시 0</a:t>
            </a:r>
          </a:p>
        </p:txBody>
      </p:sp>
      <p:sp>
        <p:nvSpPr>
          <p:cNvPr id="19" name="divider-3">
            <a:extLst xmlns:a="http://schemas.openxmlformats.org/drawingml/2006/main">
              <a:ext uri="{FF2B5EF4-FFF2-40B4-BE49-F238E27FC236}">
                <a16:creationId xmlns:a16="http://schemas.microsoft.com/office/drawing/2014/main" id="{875FF103-275B-4CF8-A82F-2688885D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55A509C-6BA3-4A9A-908A-2980B9C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885950"/>
            <a:ext cx="10668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9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6F67B1A-6634-498F-A8FC-149D891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857500"/>
            <a:ext cx="10668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내부 근거
노출 건수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4D68D9EC-E4D1-4B66-90B0-07D438DB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905250"/>
            <a:ext cx="10668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1F81CFB-F6F2-4612-8C1E-8441F866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72000"/>
            <a:ext cx="1409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보이는 Marker</a:t>
            </a:r>
          </a:p>
        </p:txBody>
      </p:sp>
    </p:spTree>
    <p:extLst>
      <p:ext uri="{BB962C8B-B14F-4D97-AF65-F5344CB8AC3E}">
        <p14:creationId xmlns:p14="http://schemas.microsoft.com/office/powerpoint/2010/main" val="20417036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03E6DFBA-48AD-4873-8A13-80EEBB3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683344D9-1466-4BE0-90C0-2324EC36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E48B9FC-043A-4ACD-BE85-FC323976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F8CA607-30A1-40AA-A201-82CBC890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해결된 대화만 지식이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8545E848-7F5A-4FCF-A982-C0F167D2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32CD3B5-CBAA-4BBF-B1D6-B65763D6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0.14.0 · Migration 0012 · OpenAI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A8E27D0-19B8-4548-9E86-78F8DFC6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Process · Database · Vector ready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AA97524-9BA8-43F2-BC3D-BFEA4A9D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백업 1.76 GB · 루트 여유 927 GB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6600A65-0040-4328-A8B0-D7FE61E2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7408025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2026-08-13T08:09:22.3490000Z</dcterms:created>
  <dcterms:modified xsi:type="dcterms:W3CDTF">2026-08-13T08:09:22.3490000Z</dcterms:modified>
</coreProperties>
</file>