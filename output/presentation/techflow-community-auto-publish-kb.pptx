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c21eacc949f4e6c" /><Relationship Type="http://schemas.openxmlformats.org/officeDocument/2006/relationships/extended-properties" Target="/docProps/app.xml" Id="Rad575012fbfe4920" /><Relationship Type="http://schemas.openxmlformats.org/officeDocument/2006/relationships/officeDocument" Target="/ppt/presentation.xml" Id="R41c77e5b52ea4aa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29d38257cfa40a9"/>
  </p:sldMasterIdLst>
  <p:notesMasterIdLst>
    <p:notesMasterId xmlns:r="http://schemas.openxmlformats.org/officeDocument/2006/relationships" r:id="Rd8c2d595e9b24256"/>
  </p:notesMasterIdLst>
  <p:sldIdLst>
    <p:sldId xmlns:r="http://schemas.openxmlformats.org/officeDocument/2006/relationships" id="256" r:id="R1d211c7a006b4ae2"/>
    <p:sldId xmlns:r="http://schemas.openxmlformats.org/officeDocument/2006/relationships" id="257" r:id="R6372933210eb4d93"/>
    <p:sldId xmlns:r="http://schemas.openxmlformats.org/officeDocument/2006/relationships" id="258" r:id="R6e1aebdfada740ec"/>
    <p:sldId xmlns:r="http://schemas.openxmlformats.org/officeDocument/2006/relationships" id="259" r:id="Rb737f9e709b84c1e"/>
    <p:sldId xmlns:r="http://schemas.openxmlformats.org/officeDocument/2006/relationships" id="260" r:id="Rd55c7c0faa25436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91c7c7647c34c89" /><Relationship Type="http://schemas.openxmlformats.org/officeDocument/2006/relationships/slideMaster" Target="/ppt/slideMasters/slideMaster1.xml" Id="Rd29d38257cfa40a9" /><Relationship Type="http://schemas.openxmlformats.org/officeDocument/2006/relationships/notesMaster" Target="/ppt/notesMasters/notesMaster1.xml" Id="Rd8c2d595e9b24256" /><Relationship Type="http://schemas.openxmlformats.org/officeDocument/2006/relationships/presProps" Target="/ppt/presProps.xml" Id="R1275489df124409f" /><Relationship Type="http://schemas.openxmlformats.org/officeDocument/2006/relationships/tableStyles" Target="/ppt/tableStyles.xml" Id="R56701bb9aae24702" /><Relationship Type="http://schemas.openxmlformats.org/officeDocument/2006/relationships/slide" Target="/ppt/slides/slide1.xml" Id="R1d211c7a006b4ae2" /><Relationship Type="http://schemas.openxmlformats.org/officeDocument/2006/relationships/slide" Target="/ppt/slides/slide2.xml" Id="R6372933210eb4d93" /><Relationship Type="http://schemas.openxmlformats.org/officeDocument/2006/relationships/slide" Target="/ppt/slides/slide3.xml" Id="R6e1aebdfada740ec" /><Relationship Type="http://schemas.openxmlformats.org/officeDocument/2006/relationships/slide" Target="/ppt/slides/slide4.xml" Id="Rb737f9e709b84c1e" /><Relationship Type="http://schemas.openxmlformats.org/officeDocument/2006/relationships/slide" Target="/ppt/slides/slide5.xml" Id="Rd55c7c0faa25436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00d0e3f35174c9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22967f482484000" /><Relationship Type="http://schemas.openxmlformats.org/officeDocument/2006/relationships/notesMaster" Target="/ppt/notesMasters/notesMaster1.xml" Id="Re9a24ea59a8c4aa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bf0b7fca5284460" /><Relationship Type="http://schemas.openxmlformats.org/officeDocument/2006/relationships/notesMaster" Target="/ppt/notesMasters/notesMaster1.xml" Id="Ra6f9accfb56648b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181628859704313" /><Relationship Type="http://schemas.openxmlformats.org/officeDocument/2006/relationships/notesMaster" Target="/ppt/notesMasters/notesMaster1.xml" Id="R621ff96b9d774fc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a57f52aade741f6" /><Relationship Type="http://schemas.openxmlformats.org/officeDocument/2006/relationships/notesMaster" Target="/ppt/notesMasters/notesMaster1.xml" Id="R5b33291f73cb43c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c94e9449fb140c1" /><Relationship Type="http://schemas.openxmlformats.org/officeDocument/2006/relationships/notesMaster" Target="/ppt/notesMasters/notesMaster1.xml" Id="R1f546c05cf304aa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docs/reports/issue-69-community-auto-publish-kb-validation.md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docs/adr/0010-community-auto-publish-knowledge-base.md</a:t>
            </a:r>
          </a:p>
          <a:p xmlns:a="http://schemas.openxmlformats.org/drawingml/2006/main">
            <a:r>
              <a:t>- docs/plans/issue-69-community-auto-publish-kb-design.md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docs/runbooks/community-conversation.md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docs/reports/issue-69-community-auto-publish-kb-validation.md#3</a:t>
            </a:r>
          </a:p>
          <a:p xmlns:a="http://schemas.openxmlformats.org/drawingml/2006/main">
            <a:r>
              <a:t>- https://community.ablecloud.io/d/164</a:t>
            </a:r>
          </a:p>
          <a:p xmlns:a="http://schemas.openxmlformats.org/drawingml/2006/main">
            <a:r>
              <a:t>- https://community.ablecloud.io/d/165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docs/reports/issue-69-community-auto-publish-kb-validation.md#6</a:t>
            </a:r>
          </a:p>
          <a:p xmlns:a="http://schemas.openxmlformats.org/drawingml/2006/main">
            <a:r>
              <a:t>- docs/reports/issue-69-community-auto-publish-kb-validation.md#7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3c87d8c6c44c7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1ab970c03cc43ce" /><Relationship Type="http://schemas.openxmlformats.org/officeDocument/2006/relationships/slideLayout" Target="/ppt/slideLayouts/slideLayout1.xml" Id="Rb24cbbe3218148b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24cbbe3218148b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b36a2aef504f49" /><Relationship Type="http://schemas.openxmlformats.org/officeDocument/2006/relationships/notesSlide" Target="/ppt/notesSlides/notesSlide1.xml" Id="Rf23580b3392f49e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fe716b0c464bb1" /><Relationship Type="http://schemas.openxmlformats.org/officeDocument/2006/relationships/notesSlide" Target="/ppt/notesSlides/notesSlide2.xml" Id="Rba1ed00958ad4d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52adb6e7e24f07" /><Relationship Type="http://schemas.openxmlformats.org/officeDocument/2006/relationships/notesSlide" Target="/ppt/notesSlides/notesSlide3.xml" Id="R052e4e649fd04a8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83a6a4879e455a" /><Relationship Type="http://schemas.openxmlformats.org/officeDocument/2006/relationships/notesSlide" Target="/ppt/notesSlides/notesSlide4.xml" Id="R38166988d43d42e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ad49cc19364ced" /><Relationship Type="http://schemas.openxmlformats.org/officeDocument/2006/relationships/notesSlide" Target="/ppt/notesSlides/notesSlide5.xml" Id="R722bfeb974794e7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ackground">
            <a:extLst xmlns:a="http://schemas.openxmlformats.org/drawingml/2006/main">
              <a:ext uri="{FF2B5EF4-FFF2-40B4-BE49-F238E27FC236}">
                <a16:creationId xmlns:a16="http://schemas.microsoft.com/office/drawing/2014/main" id="{78EB77BD-1B06-423C-A879-9EC715BAB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cover">
            <a:extLst xmlns:a="http://schemas.openxmlformats.org/drawingml/2006/main">
              <a:ext uri="{FF2B5EF4-FFF2-40B4-BE49-F238E27FC236}">
                <a16:creationId xmlns:a16="http://schemas.microsoft.com/office/drawing/2014/main" id="{2E8F6017-EFEA-473F-BF5A-D6FD62AB3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>
            <a:noFill/>
            <a:prstDash val="solid"/>
          </a:ln>
        </p:spPr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CB037654-4AB6-42E0-ADD5-65B7A9D7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096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>
                <a:solidFill>
                  <a:srgbClr val="38BDF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38BDF8"/>
                </a:solidFill>
                <a:latin typeface="Malgun Gothic"/>
                <a:ea typeface="Malgun Gothic"/>
                <a:cs typeface="Malgun Gothic"/>
              </a:rPr>
              <a:t>ABLESTACK TECHFLOW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418C622F-295F-4E58-A896-D2A355C2D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477500" cy="1828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3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Community 자동 답변과
해결 기반 Knowledge Base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DDE68AF-3D8C-4715-8EAD-E815D3FD3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95700"/>
            <a:ext cx="98107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>
                <a:solidFill>
                  <a:srgbClr val="CBD5E1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CBD5E1"/>
                </a:solidFill>
                <a:latin typeface="Malgun Gothic"/>
                <a:ea typeface="Malgun Gothic"/>
                <a:cs typeface="Malgun Gothic"/>
              </a:rPr>
              <a:t>승인 대기 제거 · 쉬운 대화 · 해결 후 최종 문서</a:t>
            </a:r>
          </a:p>
        </p:txBody>
      </p:sp>
      <p:sp>
        <p:nvSpPr>
          <p:cNvPr id="6" name="result">
            <a:extLst xmlns:a="http://schemas.openxmlformats.org/drawingml/2006/main">
              <a:ext uri="{FF2B5EF4-FFF2-40B4-BE49-F238E27FC236}">
                <a16:creationId xmlns:a16="http://schemas.microsoft.com/office/drawing/2014/main" id="{C203A577-9931-4DAE-8508-2DC54A32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4191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85858AA-4EDA-4A76-8FDA-19057453F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38481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 Gateway 0.14.1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FFCBA838-7447-46E7-BA8E-CC04D5ABF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6115050"/>
            <a:ext cx="3714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077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>
                <a:solidFill>
                  <a:srgbClr val="94A3B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94A3B8"/>
                </a:solidFill>
                <a:latin typeface="Malgun Gothic"/>
                <a:ea typeface="Malgun Gothic"/>
                <a:cs typeface="Malgun Gothic"/>
              </a:rPr>
              <a:t>Issue #69 · 2026-08-13</a:t>
            </a:r>
          </a:p>
        </p:txBody>
      </p:sp>
    </p:spTree>
    <p:extLst>
      <p:ext uri="{BB962C8B-B14F-4D97-AF65-F5344CB8AC3E}">
        <p14:creationId xmlns:p14="http://schemas.microsoft.com/office/powerpoint/2010/main" val="170908151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background">
            <a:extLst xmlns:a="http://schemas.openxmlformats.org/drawingml/2006/main">
              <a:ext uri="{FF2B5EF4-FFF2-40B4-BE49-F238E27FC236}">
                <a16:creationId xmlns:a16="http://schemas.microsoft.com/office/drawing/2014/main" id="{F97F877D-B0E0-4FC4-A34F-A75D181BA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EE5B864-8449-469A-9D12-6A7F24071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1057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55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매 답변을 문서처럼 승인하던 방식을 대화와 최종 문서로 분리했습니다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33224C42-D395-497D-8080-AC4298F2A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49CF060C-8142-4DDC-8DF5-48EDDF42F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1912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7716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5" name="before">
            <a:extLst xmlns:a="http://schemas.openxmlformats.org/drawingml/2006/main">
              <a:ext uri="{FF2B5EF4-FFF2-40B4-BE49-F238E27FC236}">
                <a16:creationId xmlns:a16="http://schemas.microsoft.com/office/drawing/2014/main" id="{679E21FA-BA4E-4373-90F1-96CBF10DE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57350"/>
            <a:ext cx="3143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1A60BDCE-35E6-458E-A589-5E84766F5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66900"/>
            <a:ext cx="2686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716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>
                <a:solidFill>
                  <a:srgbClr val="B91C1C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B91C1C"/>
                </a:solidFill>
                <a:latin typeface="Malgun Gothic"/>
                <a:ea typeface="Malgun Gothic"/>
                <a:cs typeface="Malgun Gothic"/>
              </a:rPr>
              <a:t>이전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48356473-2E0D-440A-9CB2-E29C865CF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76500"/>
            <a:ext cx="2686050" cy="17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고정 5개 섹션
관리자 승인 대기
Chat 승인 명령
답변 지연</a:t>
            </a:r>
          </a:p>
        </p:txBody>
      </p:sp>
      <p:cxnSp>
        <p:nvCxnSpPr>
          <p:cNvPr id="48" name="arrow-418-340"/>
          <p:cNvCxnSpPr/>
          <p:nvPr/>
        </p:nvCxnSpPr>
        <p:spPr>
          <a:xfrm xmlns:a="http://schemas.openxmlformats.org/drawingml/2006/main">
            <a:off x="3981450" y="3238500"/>
            <a:ext cx="87630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563EB"/>
            </a:solidFill>
            <a:prstDash val="solid"/>
          </a:ln>
        </p:spPr>
      </p:cxnSp>
      <p:sp>
        <p:nvSpPr>
          <p:cNvPr id="9" name="ongoing">
            <a:extLst xmlns:a="http://schemas.openxmlformats.org/drawingml/2006/main">
              <a:ext uri="{FF2B5EF4-FFF2-40B4-BE49-F238E27FC236}">
                <a16:creationId xmlns:a16="http://schemas.microsoft.com/office/drawing/2014/main" id="{9FCDB460-47C1-4636-9D14-B29FDB512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657350"/>
            <a:ext cx="3143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F01EB7C0-6526-4F1C-9F60-275C1CD9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866900"/>
            <a:ext cx="2686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716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진행 중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8052B5B4-2EA7-446A-B898-62FD5DFB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476500"/>
            <a:ext cx="2686050" cy="17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친절한 엔지니어 설명
즉시 자동 공개
필요 정보만 요청
같은 맥락 유지</a:t>
            </a:r>
          </a:p>
        </p:txBody>
      </p:sp>
      <p:cxnSp>
        <p:nvCxnSpPr>
          <p:cNvPr id="52" name="arrow-892-340"/>
          <p:cNvCxnSpPr/>
          <p:nvPr/>
        </p:nvCxnSpPr>
        <p:spPr>
          <a:xfrm xmlns:a="http://schemas.openxmlformats.org/drawingml/2006/main">
            <a:off x="8496300" y="3238500"/>
            <a:ext cx="87630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563EB"/>
            </a:solidFill>
            <a:prstDash val="solid"/>
          </a:ln>
        </p:spPr>
      </p:cxnSp>
      <p:sp>
        <p:nvSpPr>
          <p:cNvPr id="13" name="final">
            <a:extLst xmlns:a="http://schemas.openxmlformats.org/drawingml/2006/main">
              <a:ext uri="{FF2B5EF4-FFF2-40B4-BE49-F238E27FC236}">
                <a16:creationId xmlns:a16="http://schemas.microsoft.com/office/drawing/2014/main" id="{9A3A0BAD-D811-4A47-9E47-E93F9DDF0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57350"/>
            <a:ext cx="19812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5505C2E7-A1D4-4CD8-B418-F89575275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866900"/>
            <a:ext cx="1714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716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>
                <a:solidFill>
                  <a:srgbClr val="1580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해결 후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F16C26C3-2D1B-43A0-8595-6396C39CB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647950"/>
            <a:ext cx="1714500" cy="1352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선택 답변 중심
Knowledge Base
한 번만 게시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B54CE6CB-C107-4908-BA9F-723A6BBC4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98298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Chat은 승인 대신 게시·실패·KB 생성 상태를 관찰합니다</a:t>
            </a:r>
          </a:p>
        </p:txBody>
      </p:sp>
    </p:spTree>
    <p:extLst>
      <p:ext uri="{BB962C8B-B14F-4D97-AF65-F5344CB8AC3E}">
        <p14:creationId xmlns:p14="http://schemas.microsoft.com/office/powerpoint/2010/main" val="121445039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background">
            <a:extLst xmlns:a="http://schemas.openxmlformats.org/drawingml/2006/main">
              <a:ext uri="{FF2B5EF4-FFF2-40B4-BE49-F238E27FC236}">
                <a16:creationId xmlns:a16="http://schemas.microsoft.com/office/drawing/2014/main" id="{A00C08BB-ABC6-45D5-98CC-342603CEF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65725F0-3D40-4861-81A9-068E13392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1057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질문부터 해결 문서까지 한 Conversation으로 이어집니다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C02D053E-F5BA-4C2D-B65F-2BA26F4F7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9236D624-815D-4897-832C-249BD36E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1912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7716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cxnSp>
        <p:nvCxnSpPr>
          <p:cNvPr id="60" name="arrow-272-320"/>
          <p:cNvCxnSpPr/>
          <p:nvPr/>
        </p:nvCxnSpPr>
        <p:spPr>
          <a:xfrm xmlns:a="http://schemas.openxmlformats.org/drawingml/2006/main">
            <a:off x="2590800" y="3048000"/>
            <a:ext cx="43815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563EB"/>
            </a:solidFill>
            <a:prstDash val="solid"/>
          </a:ln>
        </p:spPr>
      </p:cxnSp>
      <p:sp>
        <p:nvSpPr>
          <p:cNvPr id="6" name="flow-0">
            <a:extLst xmlns:a="http://schemas.openxmlformats.org/drawingml/2006/main">
              <a:ext uri="{FF2B5EF4-FFF2-40B4-BE49-F238E27FC236}">
                <a16:creationId xmlns:a16="http://schemas.microsoft.com/office/drawing/2014/main" id="{5DE7AF17-5EDC-4A26-8287-B93FFEB4A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20574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9CB0DD06-E5E2-4CCC-9700-042D52919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133600"/>
            <a:ext cx="7239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4BE2CC5-B041-4157-8B2F-2F912F090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81300"/>
            <a:ext cx="1752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질문·첨부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709A310D-B7C1-4A3D-81B9-D8057F210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14700"/>
            <a:ext cx="17526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텍스트·이미지
로그·압축</a:t>
            </a:r>
          </a:p>
        </p:txBody>
      </p:sp>
      <p:cxnSp>
        <p:nvCxnSpPr>
          <p:cNvPr id="65" name="arrow-540-320"/>
          <p:cNvCxnSpPr/>
          <p:nvPr/>
        </p:nvCxnSpPr>
        <p:spPr>
          <a:xfrm xmlns:a="http://schemas.openxmlformats.org/drawingml/2006/main">
            <a:off x="5143500" y="3048000"/>
            <a:ext cx="43815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563EB"/>
            </a:solidFill>
            <a:prstDash val="solid"/>
          </a:ln>
        </p:spPr>
      </p:cxnSp>
      <p:sp>
        <p:nvSpPr>
          <p:cNvPr id="11" name="flow-1">
            <a:extLst xmlns:a="http://schemas.openxmlformats.org/drawingml/2006/main">
              <a:ext uri="{FF2B5EF4-FFF2-40B4-BE49-F238E27FC236}">
                <a16:creationId xmlns:a16="http://schemas.microsoft.com/office/drawing/2014/main" id="{F4647632-46AC-4DC3-BAA4-82260BE35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952625"/>
            <a:ext cx="20574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43FFC508-7E90-4A5E-BC4F-275F118CC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133600"/>
            <a:ext cx="7239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1B9627DB-E7B1-4C68-A5F0-E2456F4A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781300"/>
            <a:ext cx="1752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자동 답변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5B0B0DC1-B1CC-4E76-B6F7-6D492A076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314700"/>
            <a:ext cx="17526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쉬운 설명
다음 행동</a:t>
            </a:r>
          </a:p>
        </p:txBody>
      </p:sp>
      <p:cxnSp>
        <p:nvCxnSpPr>
          <p:cNvPr id="70" name="arrow-808-320"/>
          <p:cNvCxnSpPr/>
          <p:nvPr/>
        </p:nvCxnSpPr>
        <p:spPr>
          <a:xfrm xmlns:a="http://schemas.openxmlformats.org/drawingml/2006/main">
            <a:off x="7696200" y="3048000"/>
            <a:ext cx="43815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563EB"/>
            </a:solidFill>
            <a:prstDash val="solid"/>
          </a:ln>
        </p:spPr>
      </p:cxnSp>
      <p:sp>
        <p:nvSpPr>
          <p:cNvPr id="16" name="flow-2">
            <a:extLst xmlns:a="http://schemas.openxmlformats.org/drawingml/2006/main">
              <a:ext uri="{FF2B5EF4-FFF2-40B4-BE49-F238E27FC236}">
                <a16:creationId xmlns:a16="http://schemas.microsoft.com/office/drawing/2014/main" id="{1A7A4F95-58CB-45D0-9F31-14A616DF0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952625"/>
            <a:ext cx="20574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D4DA8743-FA00-4ABB-949E-63718F8FC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33600"/>
            <a:ext cx="7239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A8FFE5EE-DF90-4B69-A0DB-E31E460C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781300"/>
            <a:ext cx="1752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Best Answer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6EC2E563-F2EF-4CBF-8493-B22F1278E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314700"/>
            <a:ext cx="17526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질문자가
해결 선택</a:t>
            </a:r>
          </a:p>
        </p:txBody>
      </p:sp>
      <p:sp>
        <p:nvSpPr>
          <p:cNvPr id="20" name="flow-3">
            <a:extLst xmlns:a="http://schemas.openxmlformats.org/drawingml/2006/main">
              <a:ext uri="{FF2B5EF4-FFF2-40B4-BE49-F238E27FC236}">
                <a16:creationId xmlns:a16="http://schemas.microsoft.com/office/drawing/2014/main" id="{CCE3C432-8194-42F8-B1CB-4AAD68D35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52625"/>
            <a:ext cx="20574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A3B305D1-8755-40E9-A1AD-0370D0C26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133600"/>
            <a:ext cx="7239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>
                <a:solidFill>
                  <a:srgbClr val="15803D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907349FD-B4A1-4905-8062-26A926DB4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81300"/>
            <a:ext cx="1752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31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Knowledge Base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80EC6C9C-127A-4982-AFFF-CC79B7C9D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314700"/>
            <a:ext cx="17526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증상·원인
해결·버전</a:t>
            </a:r>
          </a:p>
        </p:txBody>
      </p:sp>
      <p:sp>
        <p:nvSpPr>
          <p:cNvPr id="24" name="chat">
            <a:extLst xmlns:a="http://schemas.openxmlformats.org/drawingml/2006/main">
              <a:ext uri="{FF2B5EF4-FFF2-40B4-BE49-F238E27FC236}">
                <a16:creationId xmlns:a16="http://schemas.microsoft.com/office/drawing/2014/main" id="{E2FE6E61-6AF3-46FF-A576-42B266ED6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762500"/>
            <a:ext cx="94107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>
            <a:noFill/>
            <a:prstDash val="solid"/>
          </a:ln>
        </p:spPr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BCDD8D55-6AAD-4E73-A6A8-3BF46E1C8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76800"/>
            <a:ext cx="8953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Chat Bot → 담당자에게 상태와 Community 원문 링크 알림</a:t>
            </a:r>
          </a:p>
        </p:txBody>
      </p:sp>
    </p:spTree>
    <p:extLst>
      <p:ext uri="{BB962C8B-B14F-4D97-AF65-F5344CB8AC3E}">
        <p14:creationId xmlns:p14="http://schemas.microsoft.com/office/powerpoint/2010/main" val="82121068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background">
            <a:extLst xmlns:a="http://schemas.openxmlformats.org/drawingml/2006/main">
              <a:ext uri="{FF2B5EF4-FFF2-40B4-BE49-F238E27FC236}">
                <a16:creationId xmlns:a16="http://schemas.microsoft.com/office/drawing/2014/main" id="{988E4A23-4A7E-4ABF-8246-3677A1797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0C7C99A6-C422-4ACF-B310-E21471134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1057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실제 Community에서 자동 답변과 KB 게시를 확인했습니다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5F0D2535-60AD-42B3-8C69-6075A3B0C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E128118C-6C0A-40FA-B852-E932F92DC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1912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7716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7D932AE5-F347-419B-B635-D1DE7D6A7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2381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420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#164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FAB3D66-CA5D-4DB0-A775-120D23DA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381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기존 문서형 답변 전환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5CAE3D59-C74A-4C3E-BF78-1D1F022C1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2381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325">
                <a:solidFill>
                  <a:srgbClr val="15803D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Post #363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9125D75-DECB-4EAA-BDBE-4238E4C07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2381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실제 후속 자동 답변
Post #365</a:t>
            </a:r>
          </a:p>
        </p:txBody>
      </p:sp>
      <p:sp>
        <p:nvSpPr>
          <p:cNvPr id="9" name="divider-1">
            <a:extLst xmlns:a="http://schemas.openxmlformats.org/drawingml/2006/main">
              <a:ext uri="{FF2B5EF4-FFF2-40B4-BE49-F238E27FC236}">
                <a16:creationId xmlns:a16="http://schemas.microsoft.com/office/drawing/2014/main" id="{3DC563AE-2483-4EFD-AA1A-DBB4BE58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6192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C1ABD19C-AA9E-47C1-A5ED-700548E6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695450"/>
            <a:ext cx="2381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420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#165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1A3F8922-4DF6-4F79-8EFC-EBB32D099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71750"/>
            <a:ext cx="2381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802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근거 부족도 빈 답변 없음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D40548D0-F123-421A-A612-C31CC8830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05150"/>
            <a:ext cx="2381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325">
                <a:solidFill>
                  <a:srgbClr val="15803D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Post #367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B547112D-66C6-403A-A8D1-EB6B78770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790950"/>
            <a:ext cx="2381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버전·시각·로그 요청
승인 없이 공개</a:t>
            </a:r>
          </a:p>
        </p:txBody>
      </p:sp>
      <p:sp>
        <p:nvSpPr>
          <p:cNvPr id="14" name="divider-2">
            <a:extLst xmlns:a="http://schemas.openxmlformats.org/drawingml/2006/main">
              <a:ext uri="{FF2B5EF4-FFF2-40B4-BE49-F238E27FC236}">
                <a16:creationId xmlns:a16="http://schemas.microsoft.com/office/drawing/2014/main" id="{0507251C-6526-46EE-AC02-1C2768D82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6192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AED8CF36-9EA0-48B7-A91A-F564795E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695450"/>
            <a:ext cx="2381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4200">
                <a:solidFill>
                  <a:srgbClr val="15803D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KB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D1855053-903C-4862-AE76-E1F0E3D9D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571750"/>
            <a:ext cx="2381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선택 Post #367 중심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17853242-DF26-4709-93B2-A9F85B192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105150"/>
            <a:ext cx="2381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325">
                <a:solidFill>
                  <a:srgbClr val="15803D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Post #368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E47677FF-38AA-4BA5-B0C0-6202945B3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790950"/>
            <a:ext cx="2381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Version 1 유지
중복 게시 0</a:t>
            </a:r>
          </a:p>
        </p:txBody>
      </p:sp>
      <p:sp>
        <p:nvSpPr>
          <p:cNvPr id="19" name="divider-3">
            <a:extLst xmlns:a="http://schemas.openxmlformats.org/drawingml/2006/main">
              <a:ext uri="{FF2B5EF4-FFF2-40B4-BE49-F238E27FC236}">
                <a16:creationId xmlns:a16="http://schemas.microsoft.com/office/drawing/2014/main" id="{875FF103-275B-4CF8-A82F-2688885D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16192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655A509C-6BA3-4A9A-908A-2980B9C17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1885950"/>
            <a:ext cx="10668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093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4200">
                <a:solidFill>
                  <a:srgbClr val="B4530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36F67B1A-6634-498F-A8FC-149D8910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2857500"/>
            <a:ext cx="10668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내부 근거
노출 건수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4D68D9EC-E4D1-4B66-90B0-07D438DBD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3905250"/>
            <a:ext cx="10668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469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300">
                <a:solidFill>
                  <a:srgbClr val="B45309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B1F81CFB-F6F2-4612-8C1E-8441F8661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572000"/>
            <a:ext cx="1409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보이는 Marker</a:t>
            </a:r>
          </a:p>
        </p:txBody>
      </p:sp>
    </p:spTree>
    <p:extLst>
      <p:ext uri="{BB962C8B-B14F-4D97-AF65-F5344CB8AC3E}">
        <p14:creationId xmlns:p14="http://schemas.microsoft.com/office/powerpoint/2010/main" val="204170368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background">
            <a:extLst xmlns:a="http://schemas.openxmlformats.org/drawingml/2006/main">
              <a:ext uri="{FF2B5EF4-FFF2-40B4-BE49-F238E27FC236}">
                <a16:creationId xmlns:a16="http://schemas.microsoft.com/office/drawing/2014/main" id="{03E6DFBA-48AD-4873-8A13-80EEBB38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closing">
            <a:extLst xmlns:a="http://schemas.openxmlformats.org/drawingml/2006/main">
              <a:ext uri="{FF2B5EF4-FFF2-40B4-BE49-F238E27FC236}">
                <a16:creationId xmlns:a16="http://schemas.microsoft.com/office/drawing/2014/main" id="{683344D9-1466-4BE0-90C0-2324EC36D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>
            <a:noFill/>
            <a:prstDash val="solid"/>
          </a:ln>
        </p:spPr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6E48B9FC-043A-4ACD-BE85-FC3239764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24765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>
                <a:solidFill>
                  <a:srgbClr val="38BDF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38BDF8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4F8CA607-30A1-40AA-A201-82CBC8902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10477500" cy="1504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사용자는 바로 답을 받고,
해결된 대화만 지식이 됩니다</a:t>
            </a:r>
          </a:p>
        </p:txBody>
      </p:sp>
      <p:sp>
        <p:nvSpPr>
          <p:cNvPr id="5" name="left-rule">
            <a:extLst xmlns:a="http://schemas.openxmlformats.org/drawingml/2006/main">
              <a:ext uri="{FF2B5EF4-FFF2-40B4-BE49-F238E27FC236}">
                <a16:creationId xmlns:a16="http://schemas.microsoft.com/office/drawing/2014/main" id="{8545E848-7F5A-4FCF-A982-C0F167D22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71900"/>
            <a:ext cx="1905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>
            <a:noFill/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632CD3B5-CBAA-4BBF-B1D6-B65763D69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71900"/>
            <a:ext cx="9810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 Gateway 0.14.1</a:t>
            </a:r>
            <a:r>
              <a: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· Migration 0012 · OpenAI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A8E27D0-19B8-4548-9E86-78F8DFC69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98107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>
                <a:solidFill>
                  <a:srgbClr val="CBD5E1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CBD5E1"/>
                </a:solidFill>
                <a:latin typeface="Malgun Gothic"/>
                <a:ea typeface="Malgun Gothic"/>
                <a:cs typeface="Malgun Gothic"/>
              </a:rPr>
              <a:t>Process · Database · Vector ready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AA97524-9BA8-43F2-BC3D-BFEA4A9D7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57750"/>
            <a:ext cx="98107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>
                <a:solidFill>
                  <a:srgbClr val="CBD5E1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CBD5E1"/>
                </a:solidFill>
                <a:latin typeface="Malgun Gothic"/>
                <a:ea typeface="Malgun Gothic"/>
                <a:cs typeface="Malgun Gothic"/>
              </a:rPr>
              <a:t>백업 1.76 GB · 루트 여유 927 GB · 보호 서비스 무변경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B6600A65-0040-4328-A8B0-D7FE61E20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115050"/>
            <a:ext cx="5048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077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>
                <a:solidFill>
                  <a:srgbClr val="94A3B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94A3B8"/>
                </a:solidFill>
                <a:latin typeface="Malgun Gothic"/>
                <a:ea typeface="Malgun Gothic"/>
                <a:cs typeface="Malgun Gothic"/>
              </a:rPr>
              <a:t>PR #65는 구현 검토를 위해 Draft 상태를 유지합니다</a:t>
            </a:r>
          </a:p>
        </p:txBody>
      </p:sp>
    </p:spTree>
    <p:extLst>
      <p:ext uri="{BB962C8B-B14F-4D97-AF65-F5344CB8AC3E}">
        <p14:creationId xmlns:p14="http://schemas.microsoft.com/office/powerpoint/2010/main" val="7408025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2026-08-13T08:29:21.5390000Z</dcterms:created>
  <dcterms:modified xsi:type="dcterms:W3CDTF">2026-08-13T08:29:21.5390000Z</dcterms:modified>
</coreProperties>
</file>