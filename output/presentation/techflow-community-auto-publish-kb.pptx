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f6cd20e106401c" /><Relationship Type="http://schemas.openxmlformats.org/officeDocument/2006/relationships/extended-properties" Target="/docProps/app.xml" Id="R56c8b7e6f24c4906" /><Relationship Type="http://schemas.openxmlformats.org/officeDocument/2006/relationships/officeDocument" Target="/ppt/presentation.xml" Id="Rde1e1f7e903444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b0b42b401d435a"/>
  </p:sldMasterIdLst>
  <p:notesMasterIdLst>
    <p:notesMasterId xmlns:r="http://schemas.openxmlformats.org/officeDocument/2006/relationships" r:id="Ra26a5633cb8a4ab1"/>
  </p:notesMasterIdLst>
  <p:sldIdLst>
    <p:sldId xmlns:r="http://schemas.openxmlformats.org/officeDocument/2006/relationships" id="256" r:id="R4364056884314940"/>
    <p:sldId xmlns:r="http://schemas.openxmlformats.org/officeDocument/2006/relationships" id="257" r:id="Rc6e95d43d1614cf9"/>
    <p:sldId xmlns:r="http://schemas.openxmlformats.org/officeDocument/2006/relationships" id="258" r:id="R27b12a50480e49cd"/>
    <p:sldId xmlns:r="http://schemas.openxmlformats.org/officeDocument/2006/relationships" id="259" r:id="Rcf1a3811a4174740"/>
    <p:sldId xmlns:r="http://schemas.openxmlformats.org/officeDocument/2006/relationships" id="260" r:id="R33cd3317b03a42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5b252300634e34" /><Relationship Type="http://schemas.openxmlformats.org/officeDocument/2006/relationships/slideMaster" Target="/ppt/slideMasters/slideMaster1.xml" Id="R1ab0b42b401d435a" /><Relationship Type="http://schemas.openxmlformats.org/officeDocument/2006/relationships/notesMaster" Target="/ppt/notesMasters/notesMaster1.xml" Id="Ra26a5633cb8a4ab1" /><Relationship Type="http://schemas.openxmlformats.org/officeDocument/2006/relationships/presProps" Target="/ppt/presProps.xml" Id="Rf607c089f0514479" /><Relationship Type="http://schemas.openxmlformats.org/officeDocument/2006/relationships/tableStyles" Target="/ppt/tableStyles.xml" Id="R333fb46a0bd84a2d" /><Relationship Type="http://schemas.openxmlformats.org/officeDocument/2006/relationships/slide" Target="/ppt/slides/slide1.xml" Id="R4364056884314940" /><Relationship Type="http://schemas.openxmlformats.org/officeDocument/2006/relationships/slide" Target="/ppt/slides/slide2.xml" Id="Rc6e95d43d1614cf9" /><Relationship Type="http://schemas.openxmlformats.org/officeDocument/2006/relationships/slide" Target="/ppt/slides/slide3.xml" Id="R27b12a50480e49cd" /><Relationship Type="http://schemas.openxmlformats.org/officeDocument/2006/relationships/slide" Target="/ppt/slides/slide4.xml" Id="Rcf1a3811a4174740" /><Relationship Type="http://schemas.openxmlformats.org/officeDocument/2006/relationships/slide" Target="/ppt/slides/slide5.xml" Id="R33cd3317b03a42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30168f58a748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2719e742804c5e" /><Relationship Type="http://schemas.openxmlformats.org/officeDocument/2006/relationships/notesMaster" Target="/ppt/notesMasters/notesMaster1.xml" Id="R57db6a41a89149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032bfb3803440a" /><Relationship Type="http://schemas.openxmlformats.org/officeDocument/2006/relationships/notesMaster" Target="/ppt/notesMasters/notesMaster1.xml" Id="Re3baecb85aa948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0fcbc77a2a4470" /><Relationship Type="http://schemas.openxmlformats.org/officeDocument/2006/relationships/notesMaster" Target="/ppt/notesMasters/notesMaster1.xml" Id="Re4567777013640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ccd8d8ed8c40ba" /><Relationship Type="http://schemas.openxmlformats.org/officeDocument/2006/relationships/notesMaster" Target="/ppt/notesMasters/notesMaster1.xml" Id="R87778083affb43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300517903e494c" /><Relationship Type="http://schemas.openxmlformats.org/officeDocument/2006/relationships/notesMaster" Target="/ppt/notesMasters/notesMaster1.xml" Id="Rbf6d8335c0744a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docs/adr/0010-community-auto-publish-knowledge-base.md</a:t>
            </a:r>
          </a:p>
          <a:p xmlns:a="http://schemas.openxmlformats.org/drawingml/2006/main">
            <a:r>
              <a:t>- docs/plans/issue-69-community-auto-publish-kb-design.md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docs/runbooks/community-conversation.md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docs/reports/issue-69-community-auto-publish-kb-validation.md#3.5</a:t>
            </a:r>
          </a:p>
          <a:p xmlns:a="http://schemas.openxmlformats.org/drawingml/2006/main">
            <a:r>
              <a:t>- https://community.ablecloud.io/d/167/381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docs/reports/issue-69-community-auto-publish-kb-validation.md#6</a:t>
            </a:r>
          </a:p>
          <a:p xmlns:a="http://schemas.openxmlformats.org/drawingml/2006/main">
            <a:r>
              <a:t>- docs/reports/issue-69-community-auto-publish-kb-validation.md#7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46699843204c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e4ec4205664247" /><Relationship Type="http://schemas.openxmlformats.org/officeDocument/2006/relationships/slideLayout" Target="/ppt/slideLayouts/slideLayout1.xml" Id="R298f716cc17144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8f716cc17144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72e4e44de40b0" /><Relationship Type="http://schemas.openxmlformats.org/officeDocument/2006/relationships/notesSlide" Target="/ppt/notesSlides/notesSlide1.xml" Id="Rf1f856489e0249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9e7bb527c4a37" /><Relationship Type="http://schemas.openxmlformats.org/officeDocument/2006/relationships/notesSlide" Target="/ppt/notesSlides/notesSlide2.xml" Id="R21e4158e24d845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e6fd3bc334b96" /><Relationship Type="http://schemas.openxmlformats.org/officeDocument/2006/relationships/notesSlide" Target="/ppt/notesSlides/notesSlide3.xml" Id="R5ca9763d78b844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9fa71cb66144b0" /><Relationship Type="http://schemas.openxmlformats.org/officeDocument/2006/relationships/notesSlide" Target="/ppt/notesSlides/notesSlide4.xml" Id="R4eb34086cd4c48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0b3825e4234ccd" /><Relationship Type="http://schemas.openxmlformats.org/officeDocument/2006/relationships/notesSlide" Target="/ppt/notesSlides/notesSlide5.xml" Id="Ra5d53622131149e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ackground">
            <a:extLst xmlns:a="http://schemas.openxmlformats.org/drawingml/2006/main">
              <a:ext uri="{FF2B5EF4-FFF2-40B4-BE49-F238E27FC236}">
                <a16:creationId xmlns:a16="http://schemas.microsoft.com/office/drawing/2014/main" id="{0EBD1901-1015-4E08-980C-09737F05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over">
            <a:extLst xmlns:a="http://schemas.openxmlformats.org/drawingml/2006/main">
              <a:ext uri="{FF2B5EF4-FFF2-40B4-BE49-F238E27FC236}">
                <a16:creationId xmlns:a16="http://schemas.microsoft.com/office/drawing/2014/main" id="{ED4272D9-8873-447F-B1C0-123552E7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D2F82A4-B4CE-4ADE-AC8F-92B902A6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09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ABLESTACK TECHFLOW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B1772F2-07DB-4327-BD28-3B99F21A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477500" cy="182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3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Community 자동 답변과
최종 솔루션 Knowledge Base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0B432E8-E39A-4115-B532-459B338D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98107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승인 대기 제거 · 쉬운 대화 · KB 최종 솔루션</a:t>
            </a:r>
          </a:p>
        </p:txBody>
      </p:sp>
      <p:sp>
        <p:nvSpPr>
          <p:cNvPr id="6" name="result">
            <a:extLst xmlns:a="http://schemas.openxmlformats.org/drawingml/2006/main">
              <a:ext uri="{FF2B5EF4-FFF2-40B4-BE49-F238E27FC236}">
                <a16:creationId xmlns:a16="http://schemas.microsoft.com/office/drawing/2014/main" id="{E7F0ECE1-7377-4B04-9631-E6CF4B57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0D5782C-3E41-40A8-A465-3860B7DC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3848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0.14.4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1280437-0720-4335-9BFD-2290E9DB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115050"/>
            <a:ext cx="3714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Issue #69 · 2026-08-14</a:t>
            </a:r>
          </a:p>
        </p:txBody>
      </p:sp>
    </p:spTree>
    <p:extLst>
      <p:ext uri="{BB962C8B-B14F-4D97-AF65-F5344CB8AC3E}">
        <p14:creationId xmlns:p14="http://schemas.microsoft.com/office/powerpoint/2010/main" val="18816065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ackground">
            <a:extLst xmlns:a="http://schemas.openxmlformats.org/drawingml/2006/main">
              <a:ext uri="{FF2B5EF4-FFF2-40B4-BE49-F238E27FC236}">
                <a16:creationId xmlns:a16="http://schemas.microsoft.com/office/drawing/2014/main" id="{1BF1BEA4-615F-4E95-BA63-C2EBD20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1267398-603F-4FE8-9271-ADAFBD5E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진행 답변과 최종 지식 문서를 분리했습니다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FE004980-4F6B-450C-896A-87353C8C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C3F3EA0-5E2F-4046-9356-795B17FF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before">
            <a:extLst xmlns:a="http://schemas.openxmlformats.org/drawingml/2006/main">
              <a:ext uri="{FF2B5EF4-FFF2-40B4-BE49-F238E27FC236}">
                <a16:creationId xmlns:a16="http://schemas.microsoft.com/office/drawing/2014/main" id="{A9BB6B1B-465B-4A4E-91EB-3364DFE4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783DEAC-DF7B-4AC7-98F4-5B8DE4F3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B91C1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91C1C"/>
                </a:solidFill>
                <a:latin typeface="Malgun Gothic"/>
                <a:ea typeface="Malgun Gothic"/>
                <a:cs typeface="Malgun Gothic"/>
              </a:rPr>
              <a:t>이전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36897E5-6646-421E-BDA6-C7FDEA0E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고정 5개 섹션
관리자 승인 대기
Chat 승인 명령
답변 지연</a:t>
            </a:r>
          </a:p>
        </p:txBody>
      </p:sp>
      <p:cxnSp>
        <p:nvCxnSpPr>
          <p:cNvPr id="24" name="arrow-418-340"/>
          <p:cNvCxnSpPr/>
          <p:nvPr/>
        </p:nvCxnSpPr>
        <p:spPr>
          <a:xfrm xmlns:a="http://schemas.openxmlformats.org/drawingml/2006/main">
            <a:off x="398145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9" name="ongoing">
            <a:extLst xmlns:a="http://schemas.openxmlformats.org/drawingml/2006/main">
              <a:ext uri="{FF2B5EF4-FFF2-40B4-BE49-F238E27FC236}">
                <a16:creationId xmlns:a16="http://schemas.microsoft.com/office/drawing/2014/main" id="{D14F551F-47EF-43FF-B3F8-95A25E87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B4F3167-E51A-4222-A8B5-21137DA8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진행 중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A51073D-6860-4368-8331-D66607A2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해결책과 CLI 우선
명령은 코드 블록
모든 사람의 후속 질문
반복 답변 게시 차단</a:t>
            </a:r>
          </a:p>
        </p:txBody>
      </p:sp>
      <p:cxnSp>
        <p:nvCxnSpPr>
          <p:cNvPr id="28" name="arrow-892-340"/>
          <p:cNvCxnSpPr/>
          <p:nvPr/>
        </p:nvCxnSpPr>
        <p:spPr>
          <a:xfrm xmlns:a="http://schemas.openxmlformats.org/drawingml/2006/main">
            <a:off x="849630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3" name="final">
            <a:extLst xmlns:a="http://schemas.openxmlformats.org/drawingml/2006/main">
              <a:ext uri="{FF2B5EF4-FFF2-40B4-BE49-F238E27FC236}">
                <a16:creationId xmlns:a16="http://schemas.microsoft.com/office/drawing/2014/main" id="{EC728098-1984-445C-89D6-0E70142A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57350"/>
            <a:ext cx="1981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4CD5A10-40D3-403B-851C-F4F20868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66900"/>
            <a:ext cx="171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해결 후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0D678FE5-228A-4B0C-8B1E-65043853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47950"/>
            <a:ext cx="17145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998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선택 답변 중심
Knowledge Base
최종 솔루션 지정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1DCDDB5B-B800-4FE2-BD3F-0EF3C73C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9829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Chat은 게시·실패·KB 최종 지정 상태를 관찰합니다</a:t>
            </a:r>
          </a:p>
        </p:txBody>
      </p:sp>
    </p:spTree>
    <p:extLst>
      <p:ext uri="{BB962C8B-B14F-4D97-AF65-F5344CB8AC3E}">
        <p14:creationId xmlns:p14="http://schemas.microsoft.com/office/powerpoint/2010/main" val="189296192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A7A0E6A7-9FAC-4486-BDAE-B5166BCB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7F26F23-034B-4C99-AD34-41B43D8F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질문부터 최종 솔루션까지 한 Conversation으로 이어집니다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4BFCCE85-188B-46FE-88B3-486E78B8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060986C-634E-491D-AF8F-12412A45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cxnSp>
        <p:nvCxnSpPr>
          <p:cNvPr id="30" name="arrow-272-320"/>
          <p:cNvCxnSpPr/>
          <p:nvPr/>
        </p:nvCxnSpPr>
        <p:spPr>
          <a:xfrm xmlns:a="http://schemas.openxmlformats.org/drawingml/2006/main">
            <a:off x="25908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6" name="flow-0">
            <a:extLst xmlns:a="http://schemas.openxmlformats.org/drawingml/2006/main">
              <a:ext uri="{FF2B5EF4-FFF2-40B4-BE49-F238E27FC236}">
                <a16:creationId xmlns:a16="http://schemas.microsoft.com/office/drawing/2014/main" id="{FA99AD45-1D2B-4186-A286-6C5B348D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6843DF6-A7D4-487A-861B-599268A9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AB47949-6070-4FB1-B3ED-159C8293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질문·첨부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EFF436A-D9DE-44C1-8E53-E65469F8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모든 참여자
첨부 자료</a:t>
            </a:r>
          </a:p>
        </p:txBody>
      </p:sp>
      <p:cxnSp>
        <p:nvCxnSpPr>
          <p:cNvPr id="35" name="arrow-540-320"/>
          <p:cNvCxnSpPr/>
          <p:nvPr/>
        </p:nvCxnSpPr>
        <p:spPr>
          <a:xfrm xmlns:a="http://schemas.openxmlformats.org/drawingml/2006/main">
            <a:off x="51435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1" name="flow-1">
            <a:extLst xmlns:a="http://schemas.openxmlformats.org/drawingml/2006/main">
              <a:ext uri="{FF2B5EF4-FFF2-40B4-BE49-F238E27FC236}">
                <a16:creationId xmlns:a16="http://schemas.microsoft.com/office/drawing/2014/main" id="{3CFEE2BE-0989-45C5-92EE-90CF04E1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1E220AB-5200-474D-9847-3564EE3A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CC7B3BB-4AA3-497B-878D-AC337CF2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자동 답변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B021AB1-04E4-4821-8618-EB3A5E67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쉬운 설명
CLI 코드 블록</a:t>
            </a:r>
          </a:p>
        </p:txBody>
      </p:sp>
      <p:cxnSp>
        <p:nvCxnSpPr>
          <p:cNvPr id="40" name="arrow-808-320"/>
          <p:cNvCxnSpPr/>
          <p:nvPr/>
        </p:nvCxnSpPr>
        <p:spPr>
          <a:xfrm xmlns:a="http://schemas.openxmlformats.org/drawingml/2006/main">
            <a:off x="76962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6" name="flow-2">
            <a:extLst xmlns:a="http://schemas.openxmlformats.org/drawingml/2006/main">
              <a:ext uri="{FF2B5EF4-FFF2-40B4-BE49-F238E27FC236}">
                <a16:creationId xmlns:a16="http://schemas.microsoft.com/office/drawing/2014/main" id="{84F251AE-3EC3-4CB6-88D8-45581B6E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EBAED42-8090-4008-9FAE-5D065738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D612BA8-1AC9-40B8-85C6-C0F4C27B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해결 선택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A6AEB3E5-39EC-46EF-9B31-594DC009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질문자가
답변 선택</a:t>
            </a:r>
          </a:p>
        </p:txBody>
      </p:sp>
      <p:sp>
        <p:nvSpPr>
          <p:cNvPr id="20" name="flow-3">
            <a:extLst xmlns:a="http://schemas.openxmlformats.org/drawingml/2006/main">
              <a:ext uri="{FF2B5EF4-FFF2-40B4-BE49-F238E27FC236}">
                <a16:creationId xmlns:a16="http://schemas.microsoft.com/office/drawing/2014/main" id="{3CB14019-D88B-47BA-9B4C-F93C8EAD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B483B50F-35A5-49CC-8BFD-D19CFC7E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2601785E-A6F9-41E3-8342-F35CBFDB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KB·최종 지정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8519104D-84E3-4B37-991D-231A7B27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KB 게시 후
솔루션 확정</a:t>
            </a:r>
          </a:p>
        </p:txBody>
      </p:sp>
      <p:sp>
        <p:nvSpPr>
          <p:cNvPr id="24" name="chat">
            <a:extLst xmlns:a="http://schemas.openxmlformats.org/drawingml/2006/main">
              <a:ext uri="{FF2B5EF4-FFF2-40B4-BE49-F238E27FC236}">
                <a16:creationId xmlns:a16="http://schemas.microsoft.com/office/drawing/2014/main" id="{9D5587E0-9B99-4252-BE16-9BE7C0C9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62500"/>
            <a:ext cx="9410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2FF4D4F-B69F-44B5-B50D-271443DD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76800"/>
            <a:ext cx="8953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 Bot → 담당자에게 상태와 Community 원문 링크 알림</a:t>
            </a:r>
          </a:p>
        </p:txBody>
      </p:sp>
    </p:spTree>
    <p:extLst>
      <p:ext uri="{BB962C8B-B14F-4D97-AF65-F5344CB8AC3E}">
        <p14:creationId xmlns:p14="http://schemas.microsoft.com/office/powerpoint/2010/main" val="9023668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39B7378-87D3-4E87-A48D-C02A34F5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9C81BAF-714E-43DD-8921-A9AB632A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Discussion #167의 후속 응답 누락과 CLI 가독성을 해결했습니다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162E28D3-0286-47F9-8D39-8B3BA482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D4F89E9-CE89-47AF-9D01-9E87D23D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9330F75-01F6-4C93-B5AB-6D162EBD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B91C1C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B91C1C"/>
                </a:solidFill>
                <a:latin typeface="Malgun Gothic"/>
                <a:ea typeface="Malgun Gothic"/>
                <a:cs typeface="Malgun Gothic"/>
              </a:rPr>
              <a:t>누락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3D27FB4-9FF3-4C93-83D5-9C0FD68F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Post #380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FFB5262-B99E-4DEB-8BBF-1FBF5B0F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2381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다른 참여자를 STAFF로
기록만 하고 응답하지 않음</a:t>
            </a:r>
          </a:p>
        </p:txBody>
      </p:sp>
      <p:sp>
        <p:nvSpPr>
          <p:cNvPr id="8" name="divider-1">
            <a:extLst xmlns:a="http://schemas.openxmlformats.org/drawingml/2006/main">
              <a:ext uri="{FF2B5EF4-FFF2-40B4-BE49-F238E27FC236}">
                <a16:creationId xmlns:a16="http://schemas.microsoft.com/office/drawing/2014/main" id="{56DF4CA8-855B-4402-9689-24C5F669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A778A78-BC4D-46C2-B5DE-EC0455BC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연결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6A10206-DCFF-4C5E-9D7D-FCEFBAC2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모든 사람 입력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E583847-A578-46F4-BB79-E13AE0C5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2381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REQUESTER · STAFF 응답
Assistant 자신만 제외</a:t>
            </a:r>
          </a:p>
        </p:txBody>
      </p:sp>
      <p:sp>
        <p:nvSpPr>
          <p:cNvPr id="12" name="divider-2">
            <a:extLst xmlns:a="http://schemas.openxmlformats.org/drawingml/2006/main">
              <a:ext uri="{FF2B5EF4-FFF2-40B4-BE49-F238E27FC236}">
                <a16:creationId xmlns:a16="http://schemas.microsoft.com/office/drawing/2014/main" id="{F6ED9FD2-FE50-40C1-9626-9899DDB7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6508167-7EDB-4EA5-AC6E-9ECD67FA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표시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4F30423-F159-4F8D-9042-71049EFB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CLI 코드 블록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08D918F-0B4E-4EBC-8FC6-39AFC6F0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81350"/>
            <a:ext cx="2381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설명 먼저
복사 가능한 bash 명령
인라인 CLI 0개</a:t>
            </a:r>
          </a:p>
        </p:txBody>
      </p:sp>
      <p:sp>
        <p:nvSpPr>
          <p:cNvPr id="16" name="divider-3">
            <a:extLst xmlns:a="http://schemas.openxmlformats.org/drawingml/2006/main">
              <a:ext uri="{FF2B5EF4-FFF2-40B4-BE49-F238E27FC236}">
                <a16:creationId xmlns:a16="http://schemas.microsoft.com/office/drawing/2014/main" id="{A22B5A61-8D70-4227-8BAE-CCCE2530A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C223BCF-0281-47D3-9F9A-320B72C1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866900"/>
            <a:ext cx="11430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00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#381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FD5425D4-1B9E-4F8C-835B-9BA7F987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724150"/>
            <a:ext cx="1371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코드 블록 5개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4647609E-3371-4D9B-A17C-976BAF03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38550"/>
            <a:ext cx="1143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225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E5CC800F-7608-461F-9C21-D511CC4B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362450"/>
            <a:ext cx="1371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전체 시험 통과</a:t>
            </a:r>
          </a:p>
        </p:txBody>
      </p:sp>
    </p:spTree>
    <p:extLst>
      <p:ext uri="{BB962C8B-B14F-4D97-AF65-F5344CB8AC3E}">
        <p14:creationId xmlns:p14="http://schemas.microsoft.com/office/powerpoint/2010/main" val="16236892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ackground">
            <a:extLst xmlns:a="http://schemas.openxmlformats.org/drawingml/2006/main">
              <a:ext uri="{FF2B5EF4-FFF2-40B4-BE49-F238E27FC236}">
                <a16:creationId xmlns:a16="http://schemas.microsoft.com/office/drawing/2014/main" id="{AE1F76A5-30F4-486B-AD7C-DF1B45A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losing">
            <a:extLst xmlns:a="http://schemas.openxmlformats.org/drawingml/2006/main">
              <a:ext uri="{FF2B5EF4-FFF2-40B4-BE49-F238E27FC236}">
                <a16:creationId xmlns:a16="http://schemas.microsoft.com/office/drawing/2014/main" id="{02AE4DCC-288A-4A41-9423-903C5AC2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49D7720-420B-43BB-98A2-6349F700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2476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6609FDF-F41A-41E0-AECF-D87857C8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4775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사용자는 바로 답을 받고,
검증된 KB가 최종 솔루션이 됩니다</a:t>
            </a:r>
          </a:p>
        </p:txBody>
      </p:sp>
      <p:sp>
        <p:nvSpPr>
          <p:cNvPr id="5" name="left-rule">
            <a:extLst xmlns:a="http://schemas.openxmlformats.org/drawingml/2006/main">
              <a:ext uri="{FF2B5EF4-FFF2-40B4-BE49-F238E27FC236}">
                <a16:creationId xmlns:a16="http://schemas.microsoft.com/office/drawing/2014/main" id="{04993846-3E68-4766-8D69-E0951CFB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9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D567434-F37D-4644-98B5-36442581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9810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0.14.4 · OpenAI · 다중 참여자 후속 응답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C24936D-D8D6-4A62-9251-3A627566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Process · Database · Vector ready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7E11D8B-2CE2-47EC-84C9-8240F7F6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전체 DB 백업 · 루트 여유 921 GB · 보호 서비스 무변경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949BA39-C798-4682-B54B-01BA776C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115050"/>
            <a:ext cx="504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PR #65는 구현 검토를 위해 Draft 상태를 유지합니다</a:t>
            </a:r>
          </a:p>
        </p:txBody>
      </p:sp>
    </p:spTree>
    <p:extLst>
      <p:ext uri="{BB962C8B-B14F-4D97-AF65-F5344CB8AC3E}">
        <p14:creationId xmlns:p14="http://schemas.microsoft.com/office/powerpoint/2010/main" val="8485628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2026-08-14T03:49:59.4020000Z</dcterms:created>
  <dcterms:modified xsi:type="dcterms:W3CDTF">2026-08-14T03:49:59.4020000Z</dcterms:modified>
</coreProperties>
</file>