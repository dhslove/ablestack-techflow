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4477116737421f" /><Relationship Type="http://schemas.openxmlformats.org/officeDocument/2006/relationships/extended-properties" Target="/docProps/app.xml" Id="R1169ccb875724a93" /><Relationship Type="http://schemas.openxmlformats.org/officeDocument/2006/relationships/officeDocument" Target="/ppt/presentation.xml" Id="R6456ae2dc60e4c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dc592acd024237"/>
  </p:sldMasterIdLst>
  <p:notesMasterIdLst>
    <p:notesMasterId xmlns:r="http://schemas.openxmlformats.org/officeDocument/2006/relationships" r:id="Re825d9e9d33c4891"/>
  </p:notesMasterIdLst>
  <p:sldIdLst>
    <p:sldId xmlns:r="http://schemas.openxmlformats.org/officeDocument/2006/relationships" id="256" r:id="R1fcdc7b3e6ca45fb"/>
    <p:sldId xmlns:r="http://schemas.openxmlformats.org/officeDocument/2006/relationships" id="257" r:id="Rb390837117b84f66"/>
    <p:sldId xmlns:r="http://schemas.openxmlformats.org/officeDocument/2006/relationships" id="258" r:id="Rd407531c05fa401d"/>
    <p:sldId xmlns:r="http://schemas.openxmlformats.org/officeDocument/2006/relationships" id="259" r:id="R61c80380c7ca42f3"/>
    <p:sldId xmlns:r="http://schemas.openxmlformats.org/officeDocument/2006/relationships" id="260" r:id="R82934bad8b3441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a884cae50249a3" /><Relationship Type="http://schemas.openxmlformats.org/officeDocument/2006/relationships/slideMaster" Target="/ppt/slideMasters/slideMaster1.xml" Id="Rbcdc592acd024237" /><Relationship Type="http://schemas.openxmlformats.org/officeDocument/2006/relationships/notesMaster" Target="/ppt/notesMasters/notesMaster1.xml" Id="Re825d9e9d33c4891" /><Relationship Type="http://schemas.openxmlformats.org/officeDocument/2006/relationships/presProps" Target="/ppt/presProps.xml" Id="R943c762f54c54c85" /><Relationship Type="http://schemas.openxmlformats.org/officeDocument/2006/relationships/tableStyles" Target="/ppt/tableStyles.xml" Id="R02eb6881036a43e4" /><Relationship Type="http://schemas.openxmlformats.org/officeDocument/2006/relationships/slide" Target="/ppt/slides/slide1.xml" Id="R1fcdc7b3e6ca45fb" /><Relationship Type="http://schemas.openxmlformats.org/officeDocument/2006/relationships/slide" Target="/ppt/slides/slide2.xml" Id="Rb390837117b84f66" /><Relationship Type="http://schemas.openxmlformats.org/officeDocument/2006/relationships/slide" Target="/ppt/slides/slide3.xml" Id="Rd407531c05fa401d" /><Relationship Type="http://schemas.openxmlformats.org/officeDocument/2006/relationships/slide" Target="/ppt/slides/slide4.xml" Id="R61c80380c7ca42f3" /><Relationship Type="http://schemas.openxmlformats.org/officeDocument/2006/relationships/slide" Target="/ppt/slides/slide5.xml" Id="R82934bad8b3441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eabc836a8442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c7952f7bb241f8" /><Relationship Type="http://schemas.openxmlformats.org/officeDocument/2006/relationships/notesMaster" Target="/ppt/notesMasters/notesMaster1.xml" Id="Re519328aa44f47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afc1b30d9648e1" /><Relationship Type="http://schemas.openxmlformats.org/officeDocument/2006/relationships/notesMaster" Target="/ppt/notesMasters/notesMaster1.xml" Id="R52ea976926304e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689d63ad4143de" /><Relationship Type="http://schemas.openxmlformats.org/officeDocument/2006/relationships/notesMaster" Target="/ppt/notesMasters/notesMaster1.xml" Id="R30d6b8904e814e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ab3beccc3d481d" /><Relationship Type="http://schemas.openxmlformats.org/officeDocument/2006/relationships/notesMaster" Target="/ppt/notesMasters/notesMaster1.xml" Id="Rcd610cf0609c4e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6fbbac57164dca" /><Relationship Type="http://schemas.openxmlformats.org/officeDocument/2006/relationships/notesMaster" Target="/ppt/notesMasters/notesMaster1.xml" Id="Rd2ce9ca5f33b4a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docs/adr/0010-community-auto-publish-knowledge-base.md</a:t>
            </a:r>
          </a:p>
          <a:p xmlns:a="http://schemas.openxmlformats.org/drawingml/2006/main">
            <a:r>
              <a:t>- docs/plans/issue-69-community-auto-publish-kb-design.md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docs/runbooks/community-conversation.md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docs/reports/issue-69-community-auto-publish-kb-validation.md#3.4</a:t>
            </a:r>
          </a:p>
          <a:p xmlns:a="http://schemas.openxmlformats.org/drawingml/2006/main">
            <a:r>
              <a:t>- https://community.ablecloud.io/d/166/377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docs/reports/issue-69-community-auto-publish-kb-validation.md#6</a:t>
            </a:r>
          </a:p>
          <a:p xmlns:a="http://schemas.openxmlformats.org/drawingml/2006/main">
            <a:r>
              <a:t>- docs/reports/issue-69-community-auto-publish-kb-validation.md#7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4e6f8d888e48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b192a327074a45" /><Relationship Type="http://schemas.openxmlformats.org/officeDocument/2006/relationships/slideLayout" Target="/ppt/slideLayouts/slideLayout1.xml" Id="R5b29123ecf7e44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29123ecf7e44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48eeb909e544b3" /><Relationship Type="http://schemas.openxmlformats.org/officeDocument/2006/relationships/notesSlide" Target="/ppt/notesSlides/notesSlide1.xml" Id="Rc56fe33200564d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16b55ded4453a" /><Relationship Type="http://schemas.openxmlformats.org/officeDocument/2006/relationships/notesSlide" Target="/ppt/notesSlides/notesSlide2.xml" Id="Reefa6c56cc114f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bdd9416194e23" /><Relationship Type="http://schemas.openxmlformats.org/officeDocument/2006/relationships/notesSlide" Target="/ppt/notesSlides/notesSlide3.xml" Id="R91d57b61852f41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28dcda1204be0" /><Relationship Type="http://schemas.openxmlformats.org/officeDocument/2006/relationships/notesSlide" Target="/ppt/notesSlides/notesSlide4.xml" Id="R90261d78e6fb40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27d099afe44a3" /><Relationship Type="http://schemas.openxmlformats.org/officeDocument/2006/relationships/notesSlide" Target="/ppt/notesSlides/notesSlide5.xml" Id="R6a8d4c1308af456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ackground">
            <a:extLst xmlns:a="http://schemas.openxmlformats.org/drawingml/2006/main">
              <a:ext uri="{FF2B5EF4-FFF2-40B4-BE49-F238E27FC236}">
                <a16:creationId xmlns:a16="http://schemas.microsoft.com/office/drawing/2014/main" id="{E3861B12-9B90-4262-B7E4-233FD56D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over">
            <a:extLst xmlns:a="http://schemas.openxmlformats.org/drawingml/2006/main">
              <a:ext uri="{FF2B5EF4-FFF2-40B4-BE49-F238E27FC236}">
                <a16:creationId xmlns:a16="http://schemas.microsoft.com/office/drawing/2014/main" id="{DE730D82-0E08-4419-B978-0901A305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F266D21-8332-4A1B-A6FD-8C1A5C06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ABLESTACK TECHFLOW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4CAD0F9-B10A-4224-8067-786C6ABF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4775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Community 자동 답변과
최종 솔루션 Knowledge Base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FD07A48-050A-46A7-8F6B-9E8CE9DA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9810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승인 대기 제거 · 쉬운 대화 · KB 최종 솔루션</a:t>
            </a:r>
          </a:p>
        </p:txBody>
      </p:sp>
      <p:sp>
        <p:nvSpPr>
          <p:cNvPr id="6" name="result">
            <a:extLst xmlns:a="http://schemas.openxmlformats.org/drawingml/2006/main">
              <a:ext uri="{FF2B5EF4-FFF2-40B4-BE49-F238E27FC236}">
                <a16:creationId xmlns:a16="http://schemas.microsoft.com/office/drawing/2014/main" id="{4F04554B-96CA-4E89-ACDD-50E6BC67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D9D282C-F44A-4369-81B0-32464F46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848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0.14.3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CD21798-4E97-4E09-BEA4-1389AAC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115050"/>
            <a:ext cx="3714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Issue #69 · 2026-08-14</a:t>
            </a:r>
          </a:p>
        </p:txBody>
      </p:sp>
    </p:spTree>
    <p:extLst>
      <p:ext uri="{BB962C8B-B14F-4D97-AF65-F5344CB8AC3E}">
        <p14:creationId xmlns:p14="http://schemas.microsoft.com/office/powerpoint/2010/main" val="16610345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ackground">
            <a:extLst xmlns:a="http://schemas.openxmlformats.org/drawingml/2006/main">
              <a:ext uri="{FF2B5EF4-FFF2-40B4-BE49-F238E27FC236}">
                <a16:creationId xmlns:a16="http://schemas.microsoft.com/office/drawing/2014/main" id="{C6EB3B9E-FA83-4F13-864B-7A077A96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B9BC606-2E7A-4650-81EB-19A957C6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진행 답변과 최종 지식 문서를 분리했습니다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EAC46E5C-D0DC-4987-872F-242D09C6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F9A27FE-D15C-4741-8164-E430D04F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48A6BE8E-DBB9-4C22-A985-73798FBE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9050E40-8C16-4467-8BCA-71E6CDF8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이전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70CC320-F512-4EE5-A6EB-00083530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고정 5개 섹션
관리자 승인 대기
Chat 승인 명령
답변 지연</a:t>
            </a:r>
          </a:p>
        </p:txBody>
      </p:sp>
      <p:cxnSp>
        <p:nvCxnSpPr>
          <p:cNvPr id="24" name="arrow-418-340"/>
          <p:cNvCxnSpPr/>
          <p:nvPr/>
        </p:nvCxnSpPr>
        <p:spPr>
          <a:xfrm xmlns:a="http://schemas.openxmlformats.org/drawingml/2006/main">
            <a:off x="398145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9" name="ongoing">
            <a:extLst xmlns:a="http://schemas.openxmlformats.org/drawingml/2006/main">
              <a:ext uri="{FF2B5EF4-FFF2-40B4-BE49-F238E27FC236}">
                <a16:creationId xmlns:a16="http://schemas.microsoft.com/office/drawing/2014/main" id="{E6862FF8-B7C3-499A-9A75-DC594268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8730F62-35A6-4EA5-A6DF-5798CB11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진행 중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36ECE00-180F-4897-A685-722F903C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해결책과 CLI 우선
성공 기준 제시
실패 시에만 자료 요청
반복 답변 게시 차단</a:t>
            </a:r>
          </a:p>
        </p:txBody>
      </p:sp>
      <p:cxnSp>
        <p:nvCxnSpPr>
          <p:cNvPr id="28" name="arrow-892-340"/>
          <p:cNvCxnSpPr/>
          <p:nvPr/>
        </p:nvCxnSpPr>
        <p:spPr>
          <a:xfrm xmlns:a="http://schemas.openxmlformats.org/drawingml/2006/main">
            <a:off x="849630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3" name="final">
            <a:extLst xmlns:a="http://schemas.openxmlformats.org/drawingml/2006/main">
              <a:ext uri="{FF2B5EF4-FFF2-40B4-BE49-F238E27FC236}">
                <a16:creationId xmlns:a16="http://schemas.microsoft.com/office/drawing/2014/main" id="{C2E7507E-C1CC-45C4-B163-01E9511F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57350"/>
            <a:ext cx="1981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113009C-95D8-49E2-9D99-9378D9D5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66900"/>
            <a:ext cx="171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해결 후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FE220CA-9910-4DCB-B997-D823D536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714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998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답변 중심
Knowledge Base
최종 솔루션 지정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1F0DCBCC-490A-44FF-BCED-E365570B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9829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Chat은 게시·실패·KB 최종 지정 상태를 관찰합니다</a:t>
            </a:r>
          </a:p>
        </p:txBody>
      </p:sp>
    </p:spTree>
    <p:extLst>
      <p:ext uri="{BB962C8B-B14F-4D97-AF65-F5344CB8AC3E}">
        <p14:creationId xmlns:p14="http://schemas.microsoft.com/office/powerpoint/2010/main" val="10315056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B1096CE3-BE7B-48B6-AECE-8E95EC2D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011E44B-9436-4177-9387-F430BD23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질문부터 최종 솔루션까지 한 Conversation으로 이어집니다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E64B82FE-1B65-4AFF-9989-34F2E6EC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B430200-FD6C-4D8A-9536-8E52DB7E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cxnSp>
        <p:nvCxnSpPr>
          <p:cNvPr id="30" name="arrow-272-320"/>
          <p:cNvCxnSpPr/>
          <p:nvPr/>
        </p:nvCxnSpPr>
        <p:spPr>
          <a:xfrm xmlns:a="http://schemas.openxmlformats.org/drawingml/2006/main">
            <a:off x="25908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6" name="flow-0">
            <a:extLst xmlns:a="http://schemas.openxmlformats.org/drawingml/2006/main">
              <a:ext uri="{FF2B5EF4-FFF2-40B4-BE49-F238E27FC236}">
                <a16:creationId xmlns:a16="http://schemas.microsoft.com/office/drawing/2014/main" id="{E459212F-A2A0-43F9-AC81-8615D1EF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728F6BC-64F5-4782-8D4D-D7ABB03F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428534C-47D9-4942-BED3-4C8D7BB9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질문·첨부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AD15CE5-34E5-4110-A055-5EB423C7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텍스트·이미지
로그·압축</a:t>
            </a:r>
          </a:p>
        </p:txBody>
      </p:sp>
      <p:cxnSp>
        <p:nvCxnSpPr>
          <p:cNvPr id="35" name="arrow-540-320"/>
          <p:cNvCxnSpPr/>
          <p:nvPr/>
        </p:nvCxnSpPr>
        <p:spPr>
          <a:xfrm xmlns:a="http://schemas.openxmlformats.org/drawingml/2006/main">
            <a:off x="51435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1" name="flow-1">
            <a:extLst xmlns:a="http://schemas.openxmlformats.org/drawingml/2006/main">
              <a:ext uri="{FF2B5EF4-FFF2-40B4-BE49-F238E27FC236}">
                <a16:creationId xmlns:a16="http://schemas.microsoft.com/office/drawing/2014/main" id="{206B83C4-F8D7-47F2-A3FE-65680BB4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D0D6727-0A2C-4A3D-BFF5-DF50ED96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2D0DFA8-1329-4B5F-B51D-E0ABA543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자동 답변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A5909E6-5116-4361-8CDB-9120B93C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쉬운 설명
다음 행동</a:t>
            </a:r>
          </a:p>
        </p:txBody>
      </p:sp>
      <p:cxnSp>
        <p:nvCxnSpPr>
          <p:cNvPr id="40" name="arrow-808-320"/>
          <p:cNvCxnSpPr/>
          <p:nvPr/>
        </p:nvCxnSpPr>
        <p:spPr>
          <a:xfrm xmlns:a="http://schemas.openxmlformats.org/drawingml/2006/main">
            <a:off x="76962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6" name="flow-2">
            <a:extLst xmlns:a="http://schemas.openxmlformats.org/drawingml/2006/main">
              <a:ext uri="{FF2B5EF4-FFF2-40B4-BE49-F238E27FC236}">
                <a16:creationId xmlns:a16="http://schemas.microsoft.com/office/drawing/2014/main" id="{1720BA18-0889-4A5E-85E7-A489F0EE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5E2B276C-A75F-4AE2-87D1-AEF10CD9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C3E6BEC-1941-436B-A0F2-9675F4E4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해결 선택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0DB12ED-4D90-4E23-8ADA-DDF1169A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질문자가
답변 선택</a:t>
            </a:r>
          </a:p>
        </p:txBody>
      </p:sp>
      <p:sp>
        <p:nvSpPr>
          <p:cNvPr id="20" name="flow-3">
            <a:extLst xmlns:a="http://schemas.openxmlformats.org/drawingml/2006/main">
              <a:ext uri="{FF2B5EF4-FFF2-40B4-BE49-F238E27FC236}">
                <a16:creationId xmlns:a16="http://schemas.microsoft.com/office/drawing/2014/main" id="{3C40FE54-60EE-4FA3-AACB-6C6DA185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029FED3-6FFB-4AEF-88B9-01BF00E5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1F7B2095-3C52-47AA-BE23-CF889604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KB·최종 지정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E560A22E-0D34-48CA-87C3-D67F0DF7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KB 게시 후
솔루션 확정</a:t>
            </a:r>
          </a:p>
        </p:txBody>
      </p:sp>
      <p:sp>
        <p:nvSpPr>
          <p:cNvPr id="24" name="chat">
            <a:extLst xmlns:a="http://schemas.openxmlformats.org/drawingml/2006/main">
              <a:ext uri="{FF2B5EF4-FFF2-40B4-BE49-F238E27FC236}">
                <a16:creationId xmlns:a16="http://schemas.microsoft.com/office/drawing/2014/main" id="{1ED42C74-339D-443C-B9DB-9B45CE25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9410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DFF2203-C0E2-49B9-8F56-D64F4CC8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8953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 Bot → 담당자에게 상태와 Community 원문 링크 알림</a:t>
            </a:r>
          </a:p>
        </p:txBody>
      </p:sp>
    </p:spTree>
    <p:extLst>
      <p:ext uri="{BB962C8B-B14F-4D97-AF65-F5344CB8AC3E}">
        <p14:creationId xmlns:p14="http://schemas.microsoft.com/office/powerpoint/2010/main" val="133814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63156E2-504D-4650-9B4D-F8C9D0F8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BD17D98-C9AF-43F8-8716-7BD96962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Discussion #166에서 반복 상담을 실제 해결 단계로 바꿨습니다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55B4E15-4004-4ADF-A93D-3DBF5D97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2C36A8F-C671-4513-A456-6E31C20E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3AADD99-5053-41E7-B176-5A97FF65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반복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0D112CC-5EA1-49D0-98D1-FE5A37FA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Post #374 · #376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43AD65C-3B59-4BFD-8F37-BFB2DCC2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2381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서비스·마운트·SELinux
같은 점검 목록 반복</a:t>
            </a:r>
          </a:p>
        </p:txBody>
      </p:sp>
      <p:sp>
        <p:nvSpPr>
          <p:cNvPr id="8" name="divider-1">
            <a:extLst xmlns:a="http://schemas.openxmlformats.org/drawingml/2006/main">
              <a:ext uri="{FF2B5EF4-FFF2-40B4-BE49-F238E27FC236}">
                <a16:creationId xmlns:a16="http://schemas.microsoft.com/office/drawing/2014/main" id="{9D34D854-ABBF-4F0F-BE52-B4751F6B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BC1BDB3-6AFF-4CD5-B408-AD7DCA24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먼저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5EA8B63-5704-419B-AA06-C8AAE402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정확한 CLI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98304DF-445B-432F-9881-63CC491C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2381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ausearch
matchpathcon
조건부 restorecon</a:t>
            </a:r>
          </a:p>
        </p:txBody>
      </p:sp>
      <p:sp>
        <p:nvSpPr>
          <p:cNvPr id="12" name="divider-2">
            <a:extLst xmlns:a="http://schemas.openxmlformats.org/drawingml/2006/main">
              <a:ext uri="{FF2B5EF4-FFF2-40B4-BE49-F238E27FC236}">
                <a16:creationId xmlns:a16="http://schemas.microsoft.com/office/drawing/2014/main" id="{97662A0B-42FF-4583-9114-DB7F1B4A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D5E8363-8923-4175-9C0C-7806156D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판정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930EF20-EE42-4EA5-B5F0-BBE5C684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재시도 성공 기준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E1B9BD06-C023-4E13-915B-4E2AF173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333750"/>
            <a:ext cx="2381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스냅샷·복제 성공
Permission denied 소멸</a:t>
            </a:r>
          </a:p>
        </p:txBody>
      </p:sp>
      <p:sp>
        <p:nvSpPr>
          <p:cNvPr id="16" name="divider-3">
            <a:extLst xmlns:a="http://schemas.openxmlformats.org/drawingml/2006/main">
              <a:ext uri="{FF2B5EF4-FFF2-40B4-BE49-F238E27FC236}">
                <a16:creationId xmlns:a16="http://schemas.microsoft.com/office/drawing/2014/main" id="{8473F37F-AB25-425D-A6E2-2E304D46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891AB70-0183-46F3-9EBB-F89B07C3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866900"/>
            <a:ext cx="11430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0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#377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86058D4-A7CE-4625-A9C6-363B8BB5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724150"/>
            <a:ext cx="1371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실제 정정 답변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83F70CD-C0AB-4575-A818-43E9B886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38550"/>
            <a:ext cx="1143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223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425A30C-0994-4847-A756-26C58902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362450"/>
            <a:ext cx="1371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전체 시험 통과</a:t>
            </a:r>
          </a:p>
        </p:txBody>
      </p:sp>
    </p:spTree>
    <p:extLst>
      <p:ext uri="{BB962C8B-B14F-4D97-AF65-F5344CB8AC3E}">
        <p14:creationId xmlns:p14="http://schemas.microsoft.com/office/powerpoint/2010/main" val="15710158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ackground">
            <a:extLst xmlns:a="http://schemas.openxmlformats.org/drawingml/2006/main">
              <a:ext uri="{FF2B5EF4-FFF2-40B4-BE49-F238E27FC236}">
                <a16:creationId xmlns:a16="http://schemas.microsoft.com/office/drawing/2014/main" id="{7BEA324C-5186-4DA2-A50B-5F2E319F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losing">
            <a:extLst xmlns:a="http://schemas.openxmlformats.org/drawingml/2006/main">
              <a:ext uri="{FF2B5EF4-FFF2-40B4-BE49-F238E27FC236}">
                <a16:creationId xmlns:a16="http://schemas.microsoft.com/office/drawing/2014/main" id="{AC302F28-AD88-4353-A5CC-278E75EA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AC8240B-EC69-4BD7-9094-49E871B9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2476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54E9D6F-7654-4968-8F88-11E063F3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4775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사용자는 바로 답을 받고,
검증된 KB가 최종 솔루션이 됩니다</a:t>
            </a:r>
          </a:p>
        </p:txBody>
      </p:sp>
      <p:sp>
        <p:nvSpPr>
          <p:cNvPr id="5" name="left-rule">
            <a:extLst xmlns:a="http://schemas.openxmlformats.org/drawingml/2006/main">
              <a:ext uri="{FF2B5EF4-FFF2-40B4-BE49-F238E27FC236}">
                <a16:creationId xmlns:a16="http://schemas.microsoft.com/office/drawing/2014/main" id="{84909AA3-6603-441B-86A9-3EBBF577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9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5B2CDA4-2D76-4F40-B1E3-A831AD75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9810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0.14.3 · OpenAI · 반복 답변 차단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357EEBB-4499-4146-81C0-54558A35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Process · Database · Vector ready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ABF70C2-83E6-4467-BC4B-70050F27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전체 DB 백업 · 루트 여유 921 GB · 보호 서비스 무변경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A0AA834-0B82-48DF-9AD7-41BC83B2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115050"/>
            <a:ext cx="504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PR #65는 구현 검토를 위해 Draft 상태를 유지합니다</a:t>
            </a:r>
          </a:p>
        </p:txBody>
      </p:sp>
    </p:spTree>
    <p:extLst>
      <p:ext uri="{BB962C8B-B14F-4D97-AF65-F5344CB8AC3E}">
        <p14:creationId xmlns:p14="http://schemas.microsoft.com/office/powerpoint/2010/main" val="677423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2026-08-14T02:53:48.5920000Z</dcterms:created>
  <dcterms:modified xsi:type="dcterms:W3CDTF">2026-08-14T02:53:48.5920000Z</dcterms:modified>
</coreProperties>
</file>