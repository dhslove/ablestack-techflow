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04d65702304bd8" /><Relationship Type="http://schemas.openxmlformats.org/officeDocument/2006/relationships/extended-properties" Target="/docProps/app.xml" Id="R16351f0e48b2400d" /><Relationship Type="http://schemas.openxmlformats.org/officeDocument/2006/relationships/officeDocument" Target="/ppt/presentation.xml" Id="R06fba56c933045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d7e4f285064316"/>
  </p:sldMasterIdLst>
  <p:notesMasterIdLst>
    <p:notesMasterId xmlns:r="http://schemas.openxmlformats.org/officeDocument/2006/relationships" r:id="R0db4939de66f466b"/>
  </p:notesMasterIdLst>
  <p:sldIdLst>
    <p:sldId xmlns:r="http://schemas.openxmlformats.org/officeDocument/2006/relationships" id="256" r:id="R9963479746954774"/>
    <p:sldId xmlns:r="http://schemas.openxmlformats.org/officeDocument/2006/relationships" id="257" r:id="R103b6999a4ba439c"/>
    <p:sldId xmlns:r="http://schemas.openxmlformats.org/officeDocument/2006/relationships" id="258" r:id="Rdeae2dae04af4821"/>
    <p:sldId xmlns:r="http://schemas.openxmlformats.org/officeDocument/2006/relationships" id="259" r:id="R005d572d4e8147ce"/>
    <p:sldId xmlns:r="http://schemas.openxmlformats.org/officeDocument/2006/relationships" id="260" r:id="Rfc506a4fff0443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176fd27e554251" /><Relationship Type="http://schemas.openxmlformats.org/officeDocument/2006/relationships/slideMaster" Target="/ppt/slideMasters/slideMaster1.xml" Id="R0ed7e4f285064316" /><Relationship Type="http://schemas.openxmlformats.org/officeDocument/2006/relationships/notesMaster" Target="/ppt/notesMasters/notesMaster1.xml" Id="R0db4939de66f466b" /><Relationship Type="http://schemas.openxmlformats.org/officeDocument/2006/relationships/presProps" Target="/ppt/presProps.xml" Id="R8b5449b42972449f" /><Relationship Type="http://schemas.openxmlformats.org/officeDocument/2006/relationships/tableStyles" Target="/ppt/tableStyles.xml" Id="R4036a09ce2754130" /><Relationship Type="http://schemas.openxmlformats.org/officeDocument/2006/relationships/slide" Target="/ppt/slides/slide1.xml" Id="R9963479746954774" /><Relationship Type="http://schemas.openxmlformats.org/officeDocument/2006/relationships/slide" Target="/ppt/slides/slide2.xml" Id="R103b6999a4ba439c" /><Relationship Type="http://schemas.openxmlformats.org/officeDocument/2006/relationships/slide" Target="/ppt/slides/slide3.xml" Id="Rdeae2dae04af4821" /><Relationship Type="http://schemas.openxmlformats.org/officeDocument/2006/relationships/slide" Target="/ppt/slides/slide4.xml" Id="R005d572d4e8147ce" /><Relationship Type="http://schemas.openxmlformats.org/officeDocument/2006/relationships/slide" Target="/ppt/slides/slide5.xml" Id="Rfc506a4fff0443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e165d9335d48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1c340d76234d4c" /><Relationship Type="http://schemas.openxmlformats.org/officeDocument/2006/relationships/notesMaster" Target="/ppt/notesMasters/notesMaster1.xml" Id="Ra81425a7796446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8d360a87c14f5e" /><Relationship Type="http://schemas.openxmlformats.org/officeDocument/2006/relationships/notesMaster" Target="/ppt/notesMasters/notesMaster1.xml" Id="R3c37ebc4d93e47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80807e593d4372" /><Relationship Type="http://schemas.openxmlformats.org/officeDocument/2006/relationships/notesMaster" Target="/ppt/notesMasters/notesMaster1.xml" Id="Rcf71141c3ddd4a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9e6b50d7244df8" /><Relationship Type="http://schemas.openxmlformats.org/officeDocument/2006/relationships/notesMaster" Target="/ppt/notesMasters/notesMaster1.xml" Id="Rae0f30c61d114e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d843e257484f17" /><Relationship Type="http://schemas.openxmlformats.org/officeDocument/2006/relationships/notesMaster" Target="/ppt/notesMasters/notesMaster1.xml" Id="R00103c289c184d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docs/reports/issue-76-guest-os-official-platform-evidence-validation.md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https://community.ablecloud.io/d/168</a:t>
            </a:r>
          </a:p>
          <a:p xmlns:a="http://schemas.openxmlformats.org/drawingml/2006/main">
            <a:r>
              <a:t>- https://packages.ubuntu.com/noble/qemu-guest-agent</a:t>
            </a:r>
          </a:p>
          <a:p xmlns:a="http://schemas.openxmlformats.org/drawingml/2006/main">
            <a:r>
              <a:t>- https://docs.redhat.com/en/documentation/red_hat_enterprise_linux/9/html/configuring_and_managing_virtualization/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docs/plans/issue-76-guest-os-official-platform-evidence-design.md</a:t>
            </a:r>
          </a:p>
          <a:p xmlns:a="http://schemas.openxmlformats.org/drawingml/2006/main">
            <a:r>
              <a:t>- https://developers.openai.com/api/docs/guides/tools-web-search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https://docs.cloudstack.apache.org/en/4.22.1.0/</a:t>
            </a:r>
          </a:p>
          <a:p xmlns:a="http://schemas.openxmlformats.org/drawingml/2006/main">
            <a:r>
              <a:t>- https://docs.ceph.com/en/latest/</a:t>
            </a:r>
          </a:p>
          <a:p xmlns:a="http://schemas.openxmlformats.org/drawingml/2006/main">
            <a:r>
              <a:t>- https://kubernetes.io/docs/tasks/debug/</a:t>
            </a:r>
          </a:p>
          <a:p xmlns:a="http://schemas.openxmlformats.org/drawingml/2006/main">
            <a:r>
              <a:t>- https://grafana.com/docs/grafana/latest/troubleshooting/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docs/reports/issue-76-guest-os-official-platform-evidence-validation.md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68971260a941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53ccc48b7f4000" /><Relationship Type="http://schemas.openxmlformats.org/officeDocument/2006/relationships/slideLayout" Target="/ppt/slideLayouts/slideLayout1.xml" Id="Rd288b0162e484f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88b0162e484f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f13467698414a" /><Relationship Type="http://schemas.openxmlformats.org/officeDocument/2006/relationships/notesSlide" Target="/ppt/notesSlides/notesSlide1.xml" Id="R32a0b62022be45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938556fc14a72" /><Relationship Type="http://schemas.openxmlformats.org/officeDocument/2006/relationships/notesSlide" Target="/ppt/notesSlides/notesSlide2.xml" Id="Rd8f46fdbb87f43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e2c8f36ea4f08" /><Relationship Type="http://schemas.openxmlformats.org/officeDocument/2006/relationships/notesSlide" Target="/ppt/notesSlides/notesSlide3.xml" Id="R97a17e22cf5946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da0c3bae344c8" /><Relationship Type="http://schemas.openxmlformats.org/officeDocument/2006/relationships/notesSlide" Target="/ppt/notesSlides/notesSlide4.xml" Id="R5db6c037d7144b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5bcc622e44ce4" /><Relationship Type="http://schemas.openxmlformats.org/officeDocument/2006/relationships/notesSlide" Target="/ppt/notesSlides/notesSlide5.xml" Id="R381164f186014b2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ackground">
            <a:extLst xmlns:a="http://schemas.openxmlformats.org/drawingml/2006/main">
              <a:ext uri="{FF2B5EF4-FFF2-40B4-BE49-F238E27FC236}">
                <a16:creationId xmlns:a16="http://schemas.microsoft.com/office/drawing/2014/main" id="{B7EF398C-208C-4142-A217-B7629CF2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cover">
            <a:extLst xmlns:a="http://schemas.openxmlformats.org/drawingml/2006/main">
              <a:ext uri="{FF2B5EF4-FFF2-40B4-BE49-F238E27FC236}">
                <a16:creationId xmlns:a16="http://schemas.microsoft.com/office/drawing/2014/main" id="{BA68F9FA-EAD5-40BA-99D9-415D6B32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59C8DBA-5BD0-481D-8AFC-B25F5AF3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6096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38BDF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ABLESTACK TECHFLOW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3034CDE-2CC4-4AD2-937A-F9082992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477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20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게스트 OS와 공식 플랫폼 근거 보강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08FCA16-D9A2-423B-88ED-40C712D9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9906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>
                <a:solidFill>
                  <a:srgbClr val="CBD5E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rPr>
              <a:t>로컬 우선 · 공식 도메인 제한 · 쉬운 해결 명령</a:t>
            </a:r>
          </a:p>
        </p:txBody>
      </p:sp>
      <p:sp>
        <p:nvSpPr>
          <p:cNvPr id="6" name="release">
            <a:extLst xmlns:a="http://schemas.openxmlformats.org/drawingml/2006/main">
              <a:ext uri="{FF2B5EF4-FFF2-40B4-BE49-F238E27FC236}">
                <a16:creationId xmlns:a16="http://schemas.microsoft.com/office/drawing/2014/main" id="{54F95CA2-5A6C-4277-B3A3-416EDDF6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419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A732F90-E0BB-4B91-9A5F-024EC444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3848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Gateway 0.14.7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4C6513B-381A-43D0-820D-328375CF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115050"/>
            <a:ext cx="3714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9077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Issue #76 · 2026-08-14</a:t>
            </a:r>
          </a:p>
        </p:txBody>
      </p:sp>
    </p:spTree>
    <p:extLst>
      <p:ext uri="{BB962C8B-B14F-4D97-AF65-F5344CB8AC3E}">
        <p14:creationId xmlns:p14="http://schemas.microsoft.com/office/powerpoint/2010/main" val="15669304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ackground">
            <a:extLst xmlns:a="http://schemas.openxmlformats.org/drawingml/2006/main">
              <a:ext uri="{FF2B5EF4-FFF2-40B4-BE49-F238E27FC236}">
                <a16:creationId xmlns:a16="http://schemas.microsoft.com/office/drawing/2014/main" id="{478A06D8-3582-4CD9-A8E8-FEC8BE28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C4C3BFE-3ACD-4E79-8480-03C0028F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572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#168의 문제는 권한이 아니라 지식 공백이었습니다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3E35E65-C886-4643-BE70-7443BFA3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016F5F82-08C9-4B6F-B22D-33FE3BA2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7716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failure">
            <a:extLst xmlns:a="http://schemas.openxmlformats.org/drawingml/2006/main">
              <a:ext uri="{FF2B5EF4-FFF2-40B4-BE49-F238E27FC236}">
                <a16:creationId xmlns:a16="http://schemas.microsoft.com/office/drawing/2014/main" id="{C8E9CA83-AEE2-40C6-BEB1-C7DB48DE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7554379-A603-4C7F-840B-839FA6CD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268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>
                <a:solidFill>
                  <a:srgbClr val="B91C1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91C1C"/>
                </a:solidFill>
                <a:latin typeface="Malgun Gothic"/>
                <a:ea typeface="Malgun Gothic"/>
                <a:cs typeface="Malgun Gothic"/>
              </a:rPr>
              <a:t>기존 답변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D93E64A-670E-4DB4-9444-664EE4EE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68605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서비스가 없음
설치 명령도 없음
시스템 관리자에게 요청</a:t>
            </a:r>
          </a:p>
        </p:txBody>
      </p:sp>
      <p:cxnSp>
        <p:nvCxnSpPr>
          <p:cNvPr id="24" name="arrow-424-340"/>
          <p:cNvCxnSpPr/>
          <p:nvPr/>
        </p:nvCxnSpPr>
        <p:spPr>
          <a:xfrm xmlns:a="http://schemas.openxmlformats.org/drawingml/2006/main">
            <a:off x="4038600" y="3238500"/>
            <a:ext cx="9334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9" name="fix">
            <a:extLst xmlns:a="http://schemas.openxmlformats.org/drawingml/2006/main">
              <a:ext uri="{FF2B5EF4-FFF2-40B4-BE49-F238E27FC236}">
                <a16:creationId xmlns:a16="http://schemas.microsoft.com/office/drawing/2014/main" id="{139A40BE-EA5D-40AF-B106-7D76B1D2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71450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7C473D7-E8CA-41A8-B03B-422EAC0E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924050"/>
            <a:ext cx="268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보강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761CCD5-3A99-4B4D-943E-ACE03055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28900"/>
            <a:ext cx="268605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Ubuntu · Rocky · Windows
공식 설치 절차
복사 가능한 CLI</a:t>
            </a:r>
          </a:p>
        </p:txBody>
      </p:sp>
      <p:cxnSp>
        <p:nvCxnSpPr>
          <p:cNvPr id="28" name="arrow-912-340"/>
          <p:cNvCxnSpPr/>
          <p:nvPr/>
        </p:nvCxnSpPr>
        <p:spPr>
          <a:xfrm xmlns:a="http://schemas.openxmlformats.org/drawingml/2006/main">
            <a:off x="8686800" y="3238500"/>
            <a:ext cx="9334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13" name="outcome">
            <a:extLst xmlns:a="http://schemas.openxmlformats.org/drawingml/2006/main">
              <a:ext uri="{FF2B5EF4-FFF2-40B4-BE49-F238E27FC236}">
                <a16:creationId xmlns:a16="http://schemas.microsoft.com/office/drawing/2014/main" id="{C478F22D-E934-4EA1-98B9-7C4877B5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0"/>
            <a:ext cx="16764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183BFE0-5101-4190-AD7B-60C0A67B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924050"/>
            <a:ext cx="1409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>
                <a:solidFill>
                  <a:srgbClr val="1580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349C024-9588-4AE2-B585-6FC89900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724150"/>
            <a:ext cx="14097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사용자가
VM 안에서
직접 해결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7B3BD38-4D41-4FFD-895E-72CEC9AE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38750"/>
            <a:ext cx="9525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해결책 → 정상 기준 → 실패 시 다음 진단</a:t>
            </a:r>
          </a:p>
        </p:txBody>
      </p:sp>
    </p:spTree>
    <p:extLst>
      <p:ext uri="{BB962C8B-B14F-4D97-AF65-F5344CB8AC3E}">
        <p14:creationId xmlns:p14="http://schemas.microsoft.com/office/powerpoint/2010/main" val="108492562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ackground">
            <a:extLst xmlns:a="http://schemas.openxmlformats.org/drawingml/2006/main">
              <a:ext uri="{FF2B5EF4-FFF2-40B4-BE49-F238E27FC236}">
                <a16:creationId xmlns:a16="http://schemas.microsoft.com/office/drawing/2014/main" id="{5693FF31-1BB6-44CF-93AF-9CD45D1C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EBB5458-6D8E-4395-A1F8-C97B015D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572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공식 웹은 로컬 분석의 대체가 아니라 마지막 보완 단계입니다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A10C3F7B-0609-42D0-856C-BD5E03F0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6017402-4C68-4D9D-9D5D-7CF5B278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7716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cxnSp>
        <p:nvCxnSpPr>
          <p:cNvPr id="29" name="arrow-236-330"/>
          <p:cNvCxnSpPr/>
          <p:nvPr/>
        </p:nvCxnSpPr>
        <p:spPr>
          <a:xfrm xmlns:a="http://schemas.openxmlformats.org/drawingml/2006/main">
            <a:off x="2247900" y="3143250"/>
            <a:ext cx="5143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6" name="step-0">
            <a:extLst xmlns:a="http://schemas.openxmlformats.org/drawingml/2006/main">
              <a:ext uri="{FF2B5EF4-FFF2-40B4-BE49-F238E27FC236}">
                <a16:creationId xmlns:a16="http://schemas.microsoft.com/office/drawing/2014/main" id="{9FEB59D4-D890-4CD5-9C9E-FD9246E2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695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2DFE891-80FA-4215-99BE-A3FA3603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09800"/>
            <a:ext cx="609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998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3C7AA3A-63E8-4D53-A90B-92D9967A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14668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질문</a:t>
            </a:r>
          </a:p>
        </p:txBody>
      </p:sp>
      <p:cxnSp>
        <p:nvCxnSpPr>
          <p:cNvPr id="33" name="arrow-482-330"/>
          <p:cNvCxnSpPr/>
          <p:nvPr/>
        </p:nvCxnSpPr>
        <p:spPr>
          <a:xfrm xmlns:a="http://schemas.openxmlformats.org/drawingml/2006/main">
            <a:off x="4591050" y="3143250"/>
            <a:ext cx="5143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10" name="step-1">
            <a:extLst xmlns:a="http://schemas.openxmlformats.org/drawingml/2006/main">
              <a:ext uri="{FF2B5EF4-FFF2-40B4-BE49-F238E27FC236}">
                <a16:creationId xmlns:a16="http://schemas.microsoft.com/office/drawing/2014/main" id="{F143F9D2-0BEA-41A3-A138-CD6839AC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1695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A5B5DBD-892B-421B-AB8E-BB617F84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209800"/>
            <a:ext cx="609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998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1BA9E85-AB10-44DE-BC48-D9218045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14650"/>
            <a:ext cx="14668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ABLESTACK
문서·코드</a:t>
            </a:r>
          </a:p>
        </p:txBody>
      </p:sp>
      <p:cxnSp>
        <p:nvCxnSpPr>
          <p:cNvPr id="37" name="arrow-728-330"/>
          <p:cNvCxnSpPr/>
          <p:nvPr/>
        </p:nvCxnSpPr>
        <p:spPr>
          <a:xfrm xmlns:a="http://schemas.openxmlformats.org/drawingml/2006/main">
            <a:off x="6934200" y="3143250"/>
            <a:ext cx="5143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14" name="step-2">
            <a:extLst xmlns:a="http://schemas.openxmlformats.org/drawingml/2006/main">
              <a:ext uri="{FF2B5EF4-FFF2-40B4-BE49-F238E27FC236}">
                <a16:creationId xmlns:a16="http://schemas.microsoft.com/office/drawing/2014/main" id="{C32D7DC9-7DFF-45C3-9F64-4AC006BB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38350"/>
            <a:ext cx="1695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1D82617-1DE7-4734-9C06-D4D09B70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209800"/>
            <a:ext cx="609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998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BF387B7-C5A9-4DB8-818A-96224FE7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14650"/>
            <a:ext cx="14668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로컬 공식
스냅샷</a:t>
            </a:r>
          </a:p>
        </p:txBody>
      </p:sp>
      <p:cxnSp>
        <p:nvCxnSpPr>
          <p:cNvPr id="41" name="arrow-974-330"/>
          <p:cNvCxnSpPr/>
          <p:nvPr/>
        </p:nvCxnSpPr>
        <p:spPr>
          <a:xfrm xmlns:a="http://schemas.openxmlformats.org/drawingml/2006/main">
            <a:off x="9277350" y="3143250"/>
            <a:ext cx="5143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18" name="step-3">
            <a:extLst xmlns:a="http://schemas.openxmlformats.org/drawingml/2006/main">
              <a:ext uri="{FF2B5EF4-FFF2-40B4-BE49-F238E27FC236}">
                <a16:creationId xmlns:a16="http://schemas.microsoft.com/office/drawing/2014/main" id="{7E748F87-E2A4-459A-A332-F7E47C11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38350"/>
            <a:ext cx="1695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839BA8E-CD62-44DF-92EB-2DCCC81F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209800"/>
            <a:ext cx="609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998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D73DFB7-88D2-4D2C-9CD0-64F355F5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14650"/>
            <a:ext cx="14668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공식 도메인
제한 검색</a:t>
            </a:r>
          </a:p>
        </p:txBody>
      </p:sp>
      <p:sp>
        <p:nvSpPr>
          <p:cNvPr id="21" name="step-4">
            <a:extLst xmlns:a="http://schemas.openxmlformats.org/drawingml/2006/main">
              <a:ext uri="{FF2B5EF4-FFF2-40B4-BE49-F238E27FC236}">
                <a16:creationId xmlns:a16="http://schemas.microsoft.com/office/drawing/2014/main" id="{4B7DF537-6B8D-4BAA-98FF-2851F992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038350"/>
            <a:ext cx="1695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E872EEC-EDF0-4B4C-858E-626084DC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209800"/>
            <a:ext cx="609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998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>
                <a:solidFill>
                  <a:srgbClr val="15803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04CFCA4-B5F2-4417-BD52-580D4A9D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914650"/>
            <a:ext cx="14668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쉬운 답변
내부 감사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F8A215D-7B51-4E04-976D-4E62607A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53000"/>
            <a:ext cx="101346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URL · 이메일 · IP · 비밀정보 제거 | 실제 Tool Source URL 재검증 | 공개 URL 비노출</a:t>
            </a:r>
          </a:p>
        </p:txBody>
      </p:sp>
    </p:spTree>
    <p:extLst>
      <p:ext uri="{BB962C8B-B14F-4D97-AF65-F5344CB8AC3E}">
        <p14:creationId xmlns:p14="http://schemas.microsoft.com/office/powerpoint/2010/main" val="8406686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ackground">
            <a:extLst xmlns:a="http://schemas.openxmlformats.org/drawingml/2006/main">
              <a:ext uri="{FF2B5EF4-FFF2-40B4-BE49-F238E27FC236}">
                <a16:creationId xmlns:a16="http://schemas.microsoft.com/office/drawing/2014/main" id="{2E7C631F-F752-45EF-B31A-3E1820B3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3BC77D0-05E9-43AD-9ECE-4D609CF8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572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제품 이름은 유지하고 공식 기반 기술만 내부에서 확장합니다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770DE3FD-14E2-413E-AEF9-A0A84DB3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2D5976F1-21F3-4B65-A9B9-44FB1A2B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7716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E070E21-9AD7-4DAC-ABC8-83FE9CBD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714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Mold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CCEC20E-0DDB-4C3B-B1A2-835B6555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09750"/>
            <a:ext cx="3714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CloudStack + libvirt/QEMU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616A9CB-E8F5-4747-8D93-0D01120B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1714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Glue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8D24A9D-C9A3-4FF7-B711-39A66994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86050"/>
            <a:ext cx="3714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Ceph 공식 문서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E0CA445-6AAC-4733-AF1F-C9CCCCC1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1714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Koral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2B20281-49C0-4141-8A9A-62EB6B18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62350"/>
            <a:ext cx="3714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Kubernetes 공식 문서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9FD8D7C-E37E-435C-8937-44EEBB56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8650"/>
            <a:ext cx="1714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Wall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952052A-AA4D-48D7-95A1-CDC4EF3D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38650"/>
            <a:ext cx="3714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Grafana 공식 문서</a:t>
            </a:r>
          </a:p>
        </p:txBody>
      </p:sp>
      <p:sp>
        <p:nvSpPr>
          <p:cNvPr id="13" name="divider">
            <a:extLst xmlns:a="http://schemas.openxmlformats.org/drawingml/2006/main">
              <a:ext uri="{FF2B5EF4-FFF2-40B4-BE49-F238E27FC236}">
                <a16:creationId xmlns:a16="http://schemas.microsoft.com/office/drawing/2014/main" id="{0FA2B67E-548B-4C27-8E67-E062B224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3355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63CE914-6F95-4F7E-B6B1-21297232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47850"/>
            <a:ext cx="361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>
                <a:solidFill>
                  <a:srgbClr val="15803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rPr>
              <a:t>공개 답변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85CC3DD-47AB-41B2-A3EF-DE6082E3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24150"/>
            <a:ext cx="390525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Mold · Glue · Koral · Wall
기반 기술 이름은 명령·설정 키·API에
꼭 필요할 때만 사용</a:t>
            </a:r>
          </a:p>
        </p:txBody>
      </p:sp>
    </p:spTree>
    <p:extLst>
      <p:ext uri="{BB962C8B-B14F-4D97-AF65-F5344CB8AC3E}">
        <p14:creationId xmlns:p14="http://schemas.microsoft.com/office/powerpoint/2010/main" val="127409922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ackground">
            <a:extLst xmlns:a="http://schemas.openxmlformats.org/drawingml/2006/main">
              <a:ext uri="{FF2B5EF4-FFF2-40B4-BE49-F238E27FC236}">
                <a16:creationId xmlns:a16="http://schemas.microsoft.com/office/drawing/2014/main" id="{B854EF73-4BAA-437A-87C8-EDA49854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closing">
            <a:extLst xmlns:a="http://schemas.openxmlformats.org/drawingml/2006/main">
              <a:ext uri="{FF2B5EF4-FFF2-40B4-BE49-F238E27FC236}">
                <a16:creationId xmlns:a16="http://schemas.microsoft.com/office/drawing/2014/main" id="{F2B4C87B-5EC1-41CC-8EE1-A53429A1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35E584F-EC28-44BE-95D7-D298BAA2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2857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>
                <a:solidFill>
                  <a:srgbClr val="38BDF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검증 목표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D32AA6E-313C-4AD2-A73A-93ADF867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477500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정확한 해결책을 먼저 주고,
부족한 근거만 공식 자료로 채웁니다</a:t>
            </a:r>
          </a:p>
        </p:txBody>
      </p:sp>
      <p:sp>
        <p:nvSpPr>
          <p:cNvPr id="5" name="left-rule">
            <a:extLst xmlns:a="http://schemas.openxmlformats.org/drawingml/2006/main">
              <a:ext uri="{FF2B5EF4-FFF2-40B4-BE49-F238E27FC236}">
                <a16:creationId xmlns:a16="http://schemas.microsoft.com/office/drawing/2014/main" id="{D45CF49C-3647-447F-B8CF-B2DC1276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190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C2FED6F-9C1B-4874-A1C3-0DD21DD6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10096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15개 Versioned Golden Case · 공식 도메인 Allowlist · Source URL 대조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66C753E-8D01-4835-85C9-6152C79B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10096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>
                <a:solidFill>
                  <a:srgbClr val="CBD5E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rPr>
              <a:t>OpenAI 실호출 · Discussion #168 E2E · 보호 서비스 무변경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CCF3925-2D80-48C3-9E08-6420CAFC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10096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CBD5E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rPr>
              <a:t>상세 수치는 배포 검증 보고서와 Manifest에서 추적</a:t>
            </a:r>
          </a:p>
        </p:txBody>
      </p:sp>
    </p:spTree>
    <p:extLst>
      <p:ext uri="{BB962C8B-B14F-4D97-AF65-F5344CB8AC3E}">
        <p14:creationId xmlns:p14="http://schemas.microsoft.com/office/powerpoint/2010/main" val="5794641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2026-08-14T06:57:30.7310000Z</dcterms:created>
  <dcterms:modified xsi:type="dcterms:W3CDTF">2026-08-14T06:57:30.7310000Z</dcterms:modified>
</coreProperties>
</file>